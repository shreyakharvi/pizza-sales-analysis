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60"/>
  </p:normalViewPr>
  <p:slideViewPr>
    <p:cSldViewPr showGuides="1">
      <p:cViewPr varScale="1">
        <p:scale>
          <a:sx n="56" d="100"/>
          <a:sy n="56" d="100"/>
        </p:scale>
        <p:origin x="413" y="43"/>
      </p:cViewPr>
      <p:guideLst>
        <p:guide orient="horz" pos="2880"/>
        <p:guide pos="214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800" b="0" i="0">
                <a:solidFill>
                  <a:srgbClr val="2D4E2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402D07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800" b="0" i="0">
                <a:solidFill>
                  <a:srgbClr val="2D4E2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402D07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800" b="0" i="0">
                <a:solidFill>
                  <a:srgbClr val="2D4E2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800" b="0" i="0">
                <a:solidFill>
                  <a:srgbClr val="2D4E2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B95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091091"/>
            <a:ext cx="3773345" cy="11959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091091"/>
            <a:ext cx="3615859" cy="119590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87762" y="427242"/>
            <a:ext cx="1571624" cy="15525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23133" y="427242"/>
            <a:ext cx="1571624" cy="155257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7995" y="8160282"/>
            <a:ext cx="1362074" cy="212671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6355370" y="8230836"/>
            <a:ext cx="1932939" cy="2056764"/>
          </a:xfrm>
          <a:custGeom>
            <a:avLst/>
            <a:gdLst/>
            <a:ahLst/>
            <a:cxnLst/>
            <a:rect l="l" t="t" r="r" b="b"/>
            <a:pathLst>
              <a:path w="1932940" h="2056765">
                <a:moveTo>
                  <a:pt x="1932628" y="2056163"/>
                </a:moveTo>
                <a:lnTo>
                  <a:pt x="0" y="2056163"/>
                </a:lnTo>
                <a:lnTo>
                  <a:pt x="555" y="2006519"/>
                </a:lnTo>
                <a:lnTo>
                  <a:pt x="2229" y="1957585"/>
                </a:lnTo>
                <a:lnTo>
                  <a:pt x="5003" y="1908947"/>
                </a:lnTo>
                <a:lnTo>
                  <a:pt x="8864" y="1860616"/>
                </a:lnTo>
                <a:lnTo>
                  <a:pt x="13801" y="1812606"/>
                </a:lnTo>
                <a:lnTo>
                  <a:pt x="19801" y="1764930"/>
                </a:lnTo>
                <a:lnTo>
                  <a:pt x="26851" y="1717600"/>
                </a:lnTo>
                <a:lnTo>
                  <a:pt x="34938" y="1670630"/>
                </a:lnTo>
                <a:lnTo>
                  <a:pt x="44051" y="1624032"/>
                </a:lnTo>
                <a:lnTo>
                  <a:pt x="54177" y="1577820"/>
                </a:lnTo>
                <a:lnTo>
                  <a:pt x="65302" y="1532005"/>
                </a:lnTo>
                <a:lnTo>
                  <a:pt x="77415" y="1486602"/>
                </a:lnTo>
                <a:lnTo>
                  <a:pt x="90504" y="1441624"/>
                </a:lnTo>
                <a:lnTo>
                  <a:pt x="104554" y="1397082"/>
                </a:lnTo>
                <a:lnTo>
                  <a:pt x="119555" y="1352990"/>
                </a:lnTo>
                <a:lnTo>
                  <a:pt x="135493" y="1309362"/>
                </a:lnTo>
                <a:lnTo>
                  <a:pt x="152356" y="1266209"/>
                </a:lnTo>
                <a:lnTo>
                  <a:pt x="170132" y="1223545"/>
                </a:lnTo>
                <a:lnTo>
                  <a:pt x="188807" y="1181383"/>
                </a:lnTo>
                <a:lnTo>
                  <a:pt x="208370" y="1139736"/>
                </a:lnTo>
                <a:lnTo>
                  <a:pt x="228808" y="1098616"/>
                </a:lnTo>
                <a:lnTo>
                  <a:pt x="250108" y="1058037"/>
                </a:lnTo>
                <a:lnTo>
                  <a:pt x="272257" y="1018011"/>
                </a:lnTo>
                <a:lnTo>
                  <a:pt x="295244" y="978552"/>
                </a:lnTo>
                <a:lnTo>
                  <a:pt x="319056" y="939673"/>
                </a:lnTo>
                <a:lnTo>
                  <a:pt x="343680" y="901385"/>
                </a:lnTo>
                <a:lnTo>
                  <a:pt x="369103" y="863703"/>
                </a:lnTo>
                <a:lnTo>
                  <a:pt x="395314" y="826640"/>
                </a:lnTo>
                <a:lnTo>
                  <a:pt x="422299" y="790207"/>
                </a:lnTo>
                <a:lnTo>
                  <a:pt x="450046" y="754418"/>
                </a:lnTo>
                <a:lnTo>
                  <a:pt x="478543" y="719287"/>
                </a:lnTo>
                <a:lnTo>
                  <a:pt x="507777" y="684825"/>
                </a:lnTo>
                <a:lnTo>
                  <a:pt x="537735" y="651047"/>
                </a:lnTo>
                <a:lnTo>
                  <a:pt x="568405" y="617964"/>
                </a:lnTo>
                <a:lnTo>
                  <a:pt x="599775" y="585590"/>
                </a:lnTo>
                <a:lnTo>
                  <a:pt x="631831" y="553937"/>
                </a:lnTo>
                <a:lnTo>
                  <a:pt x="664562" y="523020"/>
                </a:lnTo>
                <a:lnTo>
                  <a:pt x="697955" y="492850"/>
                </a:lnTo>
                <a:lnTo>
                  <a:pt x="731997" y="463440"/>
                </a:lnTo>
                <a:lnTo>
                  <a:pt x="766676" y="434804"/>
                </a:lnTo>
                <a:lnTo>
                  <a:pt x="801979" y="406954"/>
                </a:lnTo>
                <a:lnTo>
                  <a:pt x="837893" y="379904"/>
                </a:lnTo>
                <a:lnTo>
                  <a:pt x="874407" y="353666"/>
                </a:lnTo>
                <a:lnTo>
                  <a:pt x="911508" y="328253"/>
                </a:lnTo>
                <a:lnTo>
                  <a:pt x="949182" y="303678"/>
                </a:lnTo>
                <a:lnTo>
                  <a:pt x="987419" y="279954"/>
                </a:lnTo>
                <a:lnTo>
                  <a:pt x="1026204" y="257094"/>
                </a:lnTo>
                <a:lnTo>
                  <a:pt x="1065526" y="235111"/>
                </a:lnTo>
                <a:lnTo>
                  <a:pt x="1105372" y="214019"/>
                </a:lnTo>
                <a:lnTo>
                  <a:pt x="1145729" y="193828"/>
                </a:lnTo>
                <a:lnTo>
                  <a:pt x="1186585" y="174554"/>
                </a:lnTo>
                <a:lnTo>
                  <a:pt x="1227928" y="156209"/>
                </a:lnTo>
                <a:lnTo>
                  <a:pt x="1269745" y="138805"/>
                </a:lnTo>
                <a:lnTo>
                  <a:pt x="1312023" y="122355"/>
                </a:lnTo>
                <a:lnTo>
                  <a:pt x="1354750" y="106873"/>
                </a:lnTo>
                <a:lnTo>
                  <a:pt x="1397913" y="92372"/>
                </a:lnTo>
                <a:lnTo>
                  <a:pt x="1441500" y="78863"/>
                </a:lnTo>
                <a:lnTo>
                  <a:pt x="1485498" y="66362"/>
                </a:lnTo>
                <a:lnTo>
                  <a:pt x="1529895" y="54879"/>
                </a:lnTo>
                <a:lnTo>
                  <a:pt x="1574678" y="44429"/>
                </a:lnTo>
                <a:lnTo>
                  <a:pt x="1619835" y="35023"/>
                </a:lnTo>
                <a:lnTo>
                  <a:pt x="1665352" y="26676"/>
                </a:lnTo>
                <a:lnTo>
                  <a:pt x="1711219" y="19400"/>
                </a:lnTo>
                <a:lnTo>
                  <a:pt x="1757421" y="13208"/>
                </a:lnTo>
                <a:lnTo>
                  <a:pt x="1803948" y="8112"/>
                </a:lnTo>
                <a:lnTo>
                  <a:pt x="1850785" y="4127"/>
                </a:lnTo>
                <a:lnTo>
                  <a:pt x="1897920" y="1264"/>
                </a:lnTo>
                <a:lnTo>
                  <a:pt x="1932628" y="0"/>
                </a:lnTo>
                <a:lnTo>
                  <a:pt x="1932628" y="2056163"/>
                </a:lnTo>
                <a:close/>
              </a:path>
            </a:pathLst>
          </a:custGeom>
          <a:solidFill>
            <a:srgbClr val="D67D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6806931" y="8733853"/>
            <a:ext cx="1481455" cy="1553210"/>
          </a:xfrm>
          <a:custGeom>
            <a:avLst/>
            <a:gdLst/>
            <a:ahLst/>
            <a:cxnLst/>
            <a:rect l="l" t="t" r="r" b="b"/>
            <a:pathLst>
              <a:path w="1481455" h="1553209">
                <a:moveTo>
                  <a:pt x="1481067" y="1553146"/>
                </a:moveTo>
                <a:lnTo>
                  <a:pt x="0" y="1553146"/>
                </a:lnTo>
                <a:lnTo>
                  <a:pt x="643" y="1510583"/>
                </a:lnTo>
                <a:lnTo>
                  <a:pt x="2833" y="1462378"/>
                </a:lnTo>
                <a:lnTo>
                  <a:pt x="6457" y="1414564"/>
                </a:lnTo>
                <a:lnTo>
                  <a:pt x="11492" y="1367159"/>
                </a:lnTo>
                <a:lnTo>
                  <a:pt x="17919" y="1320188"/>
                </a:lnTo>
                <a:lnTo>
                  <a:pt x="25715" y="1273670"/>
                </a:lnTo>
                <a:lnTo>
                  <a:pt x="34860" y="1227628"/>
                </a:lnTo>
                <a:lnTo>
                  <a:pt x="45330" y="1182084"/>
                </a:lnTo>
                <a:lnTo>
                  <a:pt x="57107" y="1137059"/>
                </a:lnTo>
                <a:lnTo>
                  <a:pt x="70167" y="1092574"/>
                </a:lnTo>
                <a:lnTo>
                  <a:pt x="84490" y="1048652"/>
                </a:lnTo>
                <a:lnTo>
                  <a:pt x="100053" y="1005314"/>
                </a:lnTo>
                <a:lnTo>
                  <a:pt x="116837" y="962582"/>
                </a:lnTo>
                <a:lnTo>
                  <a:pt x="134819" y="920477"/>
                </a:lnTo>
                <a:lnTo>
                  <a:pt x="153977" y="879021"/>
                </a:lnTo>
                <a:lnTo>
                  <a:pt x="174291" y="838236"/>
                </a:lnTo>
                <a:lnTo>
                  <a:pt x="195740" y="798143"/>
                </a:lnTo>
                <a:lnTo>
                  <a:pt x="218300" y="758764"/>
                </a:lnTo>
                <a:lnTo>
                  <a:pt x="241953" y="720121"/>
                </a:lnTo>
                <a:lnTo>
                  <a:pt x="266675" y="682236"/>
                </a:lnTo>
                <a:lnTo>
                  <a:pt x="292445" y="645129"/>
                </a:lnTo>
                <a:lnTo>
                  <a:pt x="319243" y="608823"/>
                </a:lnTo>
                <a:lnTo>
                  <a:pt x="347046" y="573339"/>
                </a:lnTo>
                <a:lnTo>
                  <a:pt x="375834" y="538699"/>
                </a:lnTo>
                <a:lnTo>
                  <a:pt x="405585" y="504925"/>
                </a:lnTo>
                <a:lnTo>
                  <a:pt x="436277" y="472038"/>
                </a:lnTo>
                <a:lnTo>
                  <a:pt x="467889" y="440060"/>
                </a:lnTo>
                <a:lnTo>
                  <a:pt x="500399" y="409013"/>
                </a:lnTo>
                <a:lnTo>
                  <a:pt x="533788" y="378918"/>
                </a:lnTo>
                <a:lnTo>
                  <a:pt x="568032" y="349796"/>
                </a:lnTo>
                <a:lnTo>
                  <a:pt x="603110" y="321671"/>
                </a:lnTo>
                <a:lnTo>
                  <a:pt x="639001" y="294562"/>
                </a:lnTo>
                <a:lnTo>
                  <a:pt x="675685" y="268493"/>
                </a:lnTo>
                <a:lnTo>
                  <a:pt x="713138" y="243484"/>
                </a:lnTo>
                <a:lnTo>
                  <a:pt x="751341" y="219557"/>
                </a:lnTo>
                <a:lnTo>
                  <a:pt x="790270" y="196735"/>
                </a:lnTo>
                <a:lnTo>
                  <a:pt x="829906" y="175037"/>
                </a:lnTo>
                <a:lnTo>
                  <a:pt x="870227" y="154487"/>
                </a:lnTo>
                <a:lnTo>
                  <a:pt x="911211" y="135106"/>
                </a:lnTo>
                <a:lnTo>
                  <a:pt x="952837" y="116915"/>
                </a:lnTo>
                <a:lnTo>
                  <a:pt x="995083" y="99937"/>
                </a:lnTo>
                <a:lnTo>
                  <a:pt x="1037928" y="84192"/>
                </a:lnTo>
                <a:lnTo>
                  <a:pt x="1081351" y="69703"/>
                </a:lnTo>
                <a:lnTo>
                  <a:pt x="1125330" y="56490"/>
                </a:lnTo>
                <a:lnTo>
                  <a:pt x="1169844" y="44577"/>
                </a:lnTo>
                <a:lnTo>
                  <a:pt x="1214872" y="33984"/>
                </a:lnTo>
                <a:lnTo>
                  <a:pt x="1260392" y="24733"/>
                </a:lnTo>
                <a:lnTo>
                  <a:pt x="1306382" y="16846"/>
                </a:lnTo>
                <a:lnTo>
                  <a:pt x="1352822" y="10345"/>
                </a:lnTo>
                <a:lnTo>
                  <a:pt x="1399689" y="5250"/>
                </a:lnTo>
                <a:lnTo>
                  <a:pt x="1446963" y="1585"/>
                </a:lnTo>
                <a:lnTo>
                  <a:pt x="1481067" y="0"/>
                </a:lnTo>
                <a:lnTo>
                  <a:pt x="1481067" y="1553146"/>
                </a:lnTo>
                <a:close/>
              </a:path>
            </a:pathLst>
          </a:custGeom>
          <a:solidFill>
            <a:srgbClr val="F5B9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6988647" y="9201808"/>
            <a:ext cx="1299845" cy="1085215"/>
          </a:xfrm>
          <a:custGeom>
            <a:avLst/>
            <a:gdLst/>
            <a:ahLst/>
            <a:cxnLst/>
            <a:rect l="l" t="t" r="r" b="b"/>
            <a:pathLst>
              <a:path w="1299844" h="1085215">
                <a:moveTo>
                  <a:pt x="767959" y="481051"/>
                </a:moveTo>
                <a:lnTo>
                  <a:pt x="719925" y="478448"/>
                </a:lnTo>
                <a:lnTo>
                  <a:pt x="671234" y="466262"/>
                </a:lnTo>
                <a:lnTo>
                  <a:pt x="620751" y="455869"/>
                </a:lnTo>
                <a:lnTo>
                  <a:pt x="554496" y="450675"/>
                </a:lnTo>
                <a:lnTo>
                  <a:pt x="490727" y="433631"/>
                </a:lnTo>
                <a:lnTo>
                  <a:pt x="457274" y="408142"/>
                </a:lnTo>
                <a:lnTo>
                  <a:pt x="433515" y="339228"/>
                </a:lnTo>
                <a:lnTo>
                  <a:pt x="438765" y="299195"/>
                </a:lnTo>
                <a:lnTo>
                  <a:pt x="452471" y="257706"/>
                </a:lnTo>
                <a:lnTo>
                  <a:pt x="472411" y="216457"/>
                </a:lnTo>
                <a:lnTo>
                  <a:pt x="496363" y="177144"/>
                </a:lnTo>
                <a:lnTo>
                  <a:pt x="522105" y="141463"/>
                </a:lnTo>
                <a:lnTo>
                  <a:pt x="547413" y="111109"/>
                </a:lnTo>
                <a:lnTo>
                  <a:pt x="594993" y="68744"/>
                </a:lnTo>
                <a:lnTo>
                  <a:pt x="632531" y="46403"/>
                </a:lnTo>
                <a:lnTo>
                  <a:pt x="678407" y="24803"/>
                </a:lnTo>
                <a:lnTo>
                  <a:pt x="728344" y="7986"/>
                </a:lnTo>
                <a:lnTo>
                  <a:pt x="778065" y="0"/>
                </a:lnTo>
                <a:lnTo>
                  <a:pt x="806496" y="0"/>
                </a:lnTo>
                <a:lnTo>
                  <a:pt x="865623" y="9436"/>
                </a:lnTo>
                <a:lnTo>
                  <a:pt x="935467" y="39250"/>
                </a:lnTo>
                <a:lnTo>
                  <a:pt x="966163" y="64918"/>
                </a:lnTo>
                <a:lnTo>
                  <a:pt x="998479" y="127845"/>
                </a:lnTo>
                <a:lnTo>
                  <a:pt x="1001929" y="163476"/>
                </a:lnTo>
                <a:lnTo>
                  <a:pt x="998127" y="200800"/>
                </a:lnTo>
                <a:lnTo>
                  <a:pt x="987989" y="239004"/>
                </a:lnTo>
                <a:lnTo>
                  <a:pt x="972429" y="277274"/>
                </a:lnTo>
                <a:lnTo>
                  <a:pt x="952363" y="314795"/>
                </a:lnTo>
                <a:lnTo>
                  <a:pt x="928706" y="350754"/>
                </a:lnTo>
                <a:lnTo>
                  <a:pt x="902372" y="384338"/>
                </a:lnTo>
                <a:lnTo>
                  <a:pt x="874278" y="414732"/>
                </a:lnTo>
                <a:lnTo>
                  <a:pt x="845338" y="441123"/>
                </a:lnTo>
                <a:lnTo>
                  <a:pt x="816468" y="462696"/>
                </a:lnTo>
                <a:lnTo>
                  <a:pt x="767959" y="481051"/>
                </a:lnTo>
                <a:close/>
              </a:path>
              <a:path w="1299844" h="1085215">
                <a:moveTo>
                  <a:pt x="107632" y="838210"/>
                </a:moveTo>
                <a:lnTo>
                  <a:pt x="62060" y="836442"/>
                </a:lnTo>
                <a:lnTo>
                  <a:pt x="26380" y="817689"/>
                </a:lnTo>
                <a:lnTo>
                  <a:pt x="6540" y="786403"/>
                </a:lnTo>
                <a:lnTo>
                  <a:pt x="0" y="746938"/>
                </a:lnTo>
                <a:lnTo>
                  <a:pt x="4217" y="703647"/>
                </a:lnTo>
                <a:lnTo>
                  <a:pt x="16653" y="660886"/>
                </a:lnTo>
                <a:lnTo>
                  <a:pt x="34766" y="623007"/>
                </a:lnTo>
                <a:lnTo>
                  <a:pt x="60445" y="590172"/>
                </a:lnTo>
                <a:lnTo>
                  <a:pt x="79799" y="575249"/>
                </a:lnTo>
                <a:lnTo>
                  <a:pt x="88102" y="565188"/>
                </a:lnTo>
                <a:lnTo>
                  <a:pt x="116447" y="538772"/>
                </a:lnTo>
                <a:lnTo>
                  <a:pt x="151149" y="517443"/>
                </a:lnTo>
                <a:lnTo>
                  <a:pt x="187770" y="505952"/>
                </a:lnTo>
                <a:lnTo>
                  <a:pt x="224208" y="504483"/>
                </a:lnTo>
                <a:lnTo>
                  <a:pt x="258362" y="513218"/>
                </a:lnTo>
                <a:lnTo>
                  <a:pt x="269284" y="513703"/>
                </a:lnTo>
                <a:lnTo>
                  <a:pt x="337976" y="539085"/>
                </a:lnTo>
                <a:lnTo>
                  <a:pt x="367648" y="569433"/>
                </a:lnTo>
                <a:lnTo>
                  <a:pt x="387749" y="607056"/>
                </a:lnTo>
                <a:lnTo>
                  <a:pt x="395760" y="648311"/>
                </a:lnTo>
                <a:lnTo>
                  <a:pt x="389165" y="689558"/>
                </a:lnTo>
                <a:lnTo>
                  <a:pt x="361231" y="731777"/>
                </a:lnTo>
                <a:lnTo>
                  <a:pt x="322423" y="753588"/>
                </a:lnTo>
                <a:lnTo>
                  <a:pt x="277511" y="766694"/>
                </a:lnTo>
                <a:lnTo>
                  <a:pt x="231265" y="782799"/>
                </a:lnTo>
                <a:lnTo>
                  <a:pt x="191395" y="804074"/>
                </a:lnTo>
                <a:lnTo>
                  <a:pt x="150464" y="824982"/>
                </a:lnTo>
                <a:lnTo>
                  <a:pt x="107632" y="838210"/>
                </a:lnTo>
                <a:close/>
              </a:path>
              <a:path w="1299844" h="1085215">
                <a:moveTo>
                  <a:pt x="1299351" y="801434"/>
                </a:moveTo>
                <a:lnTo>
                  <a:pt x="1258704" y="742841"/>
                </a:lnTo>
                <a:lnTo>
                  <a:pt x="1235998" y="695068"/>
                </a:lnTo>
                <a:lnTo>
                  <a:pt x="1218931" y="643145"/>
                </a:lnTo>
                <a:lnTo>
                  <a:pt x="1210008" y="589727"/>
                </a:lnTo>
                <a:lnTo>
                  <a:pt x="1211734" y="537470"/>
                </a:lnTo>
                <a:lnTo>
                  <a:pt x="1226617" y="489030"/>
                </a:lnTo>
                <a:lnTo>
                  <a:pt x="1248638" y="457804"/>
                </a:lnTo>
                <a:lnTo>
                  <a:pt x="1281404" y="428755"/>
                </a:lnTo>
                <a:lnTo>
                  <a:pt x="1299351" y="417413"/>
                </a:lnTo>
                <a:lnTo>
                  <a:pt x="1299351" y="801434"/>
                </a:lnTo>
                <a:close/>
              </a:path>
              <a:path w="1299844" h="1085215">
                <a:moveTo>
                  <a:pt x="876256" y="928904"/>
                </a:moveTo>
                <a:lnTo>
                  <a:pt x="571432" y="928904"/>
                </a:lnTo>
                <a:lnTo>
                  <a:pt x="589171" y="918175"/>
                </a:lnTo>
                <a:lnTo>
                  <a:pt x="634482" y="910703"/>
                </a:lnTo>
                <a:lnTo>
                  <a:pt x="681103" y="898522"/>
                </a:lnTo>
                <a:lnTo>
                  <a:pt x="728052" y="887501"/>
                </a:lnTo>
                <a:lnTo>
                  <a:pt x="774346" y="883513"/>
                </a:lnTo>
                <a:lnTo>
                  <a:pt x="819002" y="892426"/>
                </a:lnTo>
                <a:lnTo>
                  <a:pt x="840613" y="902960"/>
                </a:lnTo>
                <a:lnTo>
                  <a:pt x="860890" y="916273"/>
                </a:lnTo>
                <a:lnTo>
                  <a:pt x="876256" y="928904"/>
                </a:lnTo>
                <a:close/>
              </a:path>
              <a:path w="1299844" h="1085215">
                <a:moveTo>
                  <a:pt x="947566" y="1085191"/>
                </a:moveTo>
                <a:lnTo>
                  <a:pt x="398440" y="1085191"/>
                </a:lnTo>
                <a:lnTo>
                  <a:pt x="420710" y="1050996"/>
                </a:lnTo>
                <a:lnTo>
                  <a:pt x="465833" y="999380"/>
                </a:lnTo>
                <a:lnTo>
                  <a:pt x="512539" y="960605"/>
                </a:lnTo>
                <a:lnTo>
                  <a:pt x="537902" y="943339"/>
                </a:lnTo>
                <a:lnTo>
                  <a:pt x="543964" y="939108"/>
                </a:lnTo>
                <a:lnTo>
                  <a:pt x="553790" y="932756"/>
                </a:lnTo>
                <a:lnTo>
                  <a:pt x="564054" y="928087"/>
                </a:lnTo>
                <a:lnTo>
                  <a:pt x="571432" y="928904"/>
                </a:lnTo>
                <a:lnTo>
                  <a:pt x="876256" y="928904"/>
                </a:lnTo>
                <a:lnTo>
                  <a:pt x="924940" y="984857"/>
                </a:lnTo>
                <a:lnTo>
                  <a:pt x="942040" y="1020772"/>
                </a:lnTo>
                <a:lnTo>
                  <a:pt x="949130" y="1056166"/>
                </a:lnTo>
                <a:lnTo>
                  <a:pt x="947566" y="1085191"/>
                </a:lnTo>
                <a:close/>
              </a:path>
            </a:pathLst>
          </a:custGeom>
          <a:solidFill>
            <a:srgbClr val="CC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147904" y="9044975"/>
            <a:ext cx="1140460" cy="1242060"/>
          </a:xfrm>
          <a:custGeom>
            <a:avLst/>
            <a:gdLst/>
            <a:ahLst/>
            <a:cxnLst/>
            <a:rect l="l" t="t" r="r" b="b"/>
            <a:pathLst>
              <a:path w="1140459" h="1242059">
                <a:moveTo>
                  <a:pt x="967747" y="337269"/>
                </a:moveTo>
                <a:lnTo>
                  <a:pt x="915205" y="336394"/>
                </a:lnTo>
                <a:lnTo>
                  <a:pt x="890113" y="317689"/>
                </a:lnTo>
                <a:lnTo>
                  <a:pt x="884246" y="279855"/>
                </a:lnTo>
                <a:lnTo>
                  <a:pt x="889382" y="221594"/>
                </a:lnTo>
                <a:lnTo>
                  <a:pt x="893695" y="184312"/>
                </a:lnTo>
                <a:lnTo>
                  <a:pt x="895714" y="165607"/>
                </a:lnTo>
                <a:lnTo>
                  <a:pt x="897569" y="146884"/>
                </a:lnTo>
                <a:lnTo>
                  <a:pt x="899238" y="135737"/>
                </a:lnTo>
                <a:lnTo>
                  <a:pt x="901517" y="122769"/>
                </a:lnTo>
                <a:lnTo>
                  <a:pt x="903490" y="110593"/>
                </a:lnTo>
                <a:lnTo>
                  <a:pt x="903908" y="104555"/>
                </a:lnTo>
                <a:lnTo>
                  <a:pt x="904002" y="103189"/>
                </a:lnTo>
                <a:lnTo>
                  <a:pt x="947863" y="77636"/>
                </a:lnTo>
                <a:lnTo>
                  <a:pt x="987300" y="74429"/>
                </a:lnTo>
                <a:lnTo>
                  <a:pt x="1005911" y="83972"/>
                </a:lnTo>
                <a:lnTo>
                  <a:pt x="1009074" y="104555"/>
                </a:lnTo>
                <a:lnTo>
                  <a:pt x="1007869" y="110593"/>
                </a:lnTo>
                <a:lnTo>
                  <a:pt x="1002359" y="135737"/>
                </a:lnTo>
                <a:lnTo>
                  <a:pt x="991047" y="175173"/>
                </a:lnTo>
                <a:lnTo>
                  <a:pt x="980656" y="221594"/>
                </a:lnTo>
                <a:lnTo>
                  <a:pt x="978520" y="242988"/>
                </a:lnTo>
                <a:lnTo>
                  <a:pt x="975198" y="279855"/>
                </a:lnTo>
                <a:lnTo>
                  <a:pt x="971045" y="320130"/>
                </a:lnTo>
                <a:lnTo>
                  <a:pt x="967747" y="337269"/>
                </a:lnTo>
                <a:close/>
              </a:path>
              <a:path w="1140459" h="1242059">
                <a:moveTo>
                  <a:pt x="901468" y="104555"/>
                </a:moveTo>
                <a:lnTo>
                  <a:pt x="903147" y="101824"/>
                </a:lnTo>
                <a:lnTo>
                  <a:pt x="903807" y="101824"/>
                </a:lnTo>
                <a:lnTo>
                  <a:pt x="904002" y="103189"/>
                </a:lnTo>
                <a:lnTo>
                  <a:pt x="901468" y="104555"/>
                </a:lnTo>
                <a:close/>
              </a:path>
              <a:path w="1140459" h="1242059">
                <a:moveTo>
                  <a:pt x="555649" y="245978"/>
                </a:moveTo>
                <a:lnTo>
                  <a:pt x="548771" y="239266"/>
                </a:lnTo>
                <a:lnTo>
                  <a:pt x="540541" y="224033"/>
                </a:lnTo>
                <a:lnTo>
                  <a:pt x="533334" y="208068"/>
                </a:lnTo>
                <a:lnTo>
                  <a:pt x="529527" y="199162"/>
                </a:lnTo>
                <a:lnTo>
                  <a:pt x="515863" y="169683"/>
                </a:lnTo>
                <a:lnTo>
                  <a:pt x="492848" y="108310"/>
                </a:lnTo>
                <a:lnTo>
                  <a:pt x="484630" y="68562"/>
                </a:lnTo>
                <a:lnTo>
                  <a:pt x="484301" y="32380"/>
                </a:lnTo>
                <a:lnTo>
                  <a:pt x="488075" y="17473"/>
                </a:lnTo>
                <a:lnTo>
                  <a:pt x="519817" y="17473"/>
                </a:lnTo>
                <a:lnTo>
                  <a:pt x="550093" y="11435"/>
                </a:lnTo>
                <a:lnTo>
                  <a:pt x="579784" y="4117"/>
                </a:lnTo>
                <a:lnTo>
                  <a:pt x="609841" y="0"/>
                </a:lnTo>
                <a:lnTo>
                  <a:pt x="612848" y="14148"/>
                </a:lnTo>
                <a:lnTo>
                  <a:pt x="617809" y="45596"/>
                </a:lnTo>
                <a:lnTo>
                  <a:pt x="625046" y="94411"/>
                </a:lnTo>
                <a:lnTo>
                  <a:pt x="637650" y="146765"/>
                </a:lnTo>
                <a:lnTo>
                  <a:pt x="645174" y="183191"/>
                </a:lnTo>
                <a:lnTo>
                  <a:pt x="635080" y="209266"/>
                </a:lnTo>
                <a:lnTo>
                  <a:pt x="594831" y="230568"/>
                </a:lnTo>
                <a:lnTo>
                  <a:pt x="585885" y="234402"/>
                </a:lnTo>
                <a:lnTo>
                  <a:pt x="575825" y="239266"/>
                </a:lnTo>
                <a:lnTo>
                  <a:pt x="564923" y="243899"/>
                </a:lnTo>
                <a:lnTo>
                  <a:pt x="555649" y="245978"/>
                </a:lnTo>
                <a:close/>
              </a:path>
              <a:path w="1140459" h="1242059">
                <a:moveTo>
                  <a:pt x="1140094" y="826600"/>
                </a:moveTo>
                <a:lnTo>
                  <a:pt x="1094822" y="817082"/>
                </a:lnTo>
                <a:lnTo>
                  <a:pt x="1044552" y="807963"/>
                </a:lnTo>
                <a:lnTo>
                  <a:pt x="1035009" y="806780"/>
                </a:lnTo>
                <a:lnTo>
                  <a:pt x="1023621" y="804647"/>
                </a:lnTo>
                <a:lnTo>
                  <a:pt x="1013877" y="800172"/>
                </a:lnTo>
                <a:lnTo>
                  <a:pt x="1009268" y="791967"/>
                </a:lnTo>
                <a:lnTo>
                  <a:pt x="1009646" y="782272"/>
                </a:lnTo>
                <a:lnTo>
                  <a:pt x="1011559" y="772193"/>
                </a:lnTo>
                <a:lnTo>
                  <a:pt x="1013983" y="762150"/>
                </a:lnTo>
                <a:lnTo>
                  <a:pt x="1015896" y="752564"/>
                </a:lnTo>
                <a:lnTo>
                  <a:pt x="1016329" y="741637"/>
                </a:lnTo>
                <a:lnTo>
                  <a:pt x="1016671" y="727102"/>
                </a:lnTo>
                <a:lnTo>
                  <a:pt x="1016725" y="724840"/>
                </a:lnTo>
                <a:lnTo>
                  <a:pt x="1017814" y="710095"/>
                </a:lnTo>
                <a:lnTo>
                  <a:pt x="1017925" y="708592"/>
                </a:lnTo>
                <a:lnTo>
                  <a:pt x="1020770" y="699311"/>
                </a:lnTo>
                <a:lnTo>
                  <a:pt x="1026743" y="698241"/>
                </a:lnTo>
                <a:lnTo>
                  <a:pt x="1035658" y="699969"/>
                </a:lnTo>
                <a:lnTo>
                  <a:pt x="1044537" y="702685"/>
                </a:lnTo>
                <a:lnTo>
                  <a:pt x="1050400" y="704578"/>
                </a:lnTo>
                <a:lnTo>
                  <a:pt x="1096479" y="715794"/>
                </a:lnTo>
                <a:lnTo>
                  <a:pt x="1140094" y="727102"/>
                </a:lnTo>
                <a:lnTo>
                  <a:pt x="1140094" y="826600"/>
                </a:lnTo>
                <a:close/>
              </a:path>
              <a:path w="1140459" h="1242059">
                <a:moveTo>
                  <a:pt x="287025" y="955238"/>
                </a:moveTo>
                <a:lnTo>
                  <a:pt x="250553" y="943131"/>
                </a:lnTo>
                <a:lnTo>
                  <a:pt x="198328" y="923052"/>
                </a:lnTo>
                <a:lnTo>
                  <a:pt x="181767" y="917767"/>
                </a:lnTo>
                <a:lnTo>
                  <a:pt x="131464" y="904325"/>
                </a:lnTo>
                <a:lnTo>
                  <a:pt x="99854" y="901009"/>
                </a:lnTo>
                <a:lnTo>
                  <a:pt x="98715" y="901009"/>
                </a:lnTo>
                <a:lnTo>
                  <a:pt x="111971" y="848927"/>
                </a:lnTo>
                <a:lnTo>
                  <a:pt x="130770" y="823743"/>
                </a:lnTo>
                <a:lnTo>
                  <a:pt x="171559" y="820113"/>
                </a:lnTo>
                <a:lnTo>
                  <a:pt x="221798" y="829348"/>
                </a:lnTo>
                <a:lnTo>
                  <a:pt x="300475" y="851658"/>
                </a:lnTo>
                <a:lnTo>
                  <a:pt x="311855" y="853148"/>
                </a:lnTo>
                <a:lnTo>
                  <a:pt x="331714" y="855973"/>
                </a:lnTo>
                <a:lnTo>
                  <a:pt x="350915" y="859860"/>
                </a:lnTo>
                <a:lnTo>
                  <a:pt x="360321" y="864532"/>
                </a:lnTo>
                <a:lnTo>
                  <a:pt x="358807" y="874279"/>
                </a:lnTo>
                <a:lnTo>
                  <a:pt x="352743" y="887355"/>
                </a:lnTo>
                <a:lnTo>
                  <a:pt x="340632" y="909007"/>
                </a:lnTo>
                <a:lnTo>
                  <a:pt x="314724" y="947740"/>
                </a:lnTo>
                <a:lnTo>
                  <a:pt x="287025" y="955238"/>
                </a:lnTo>
                <a:close/>
              </a:path>
              <a:path w="1140459" h="1242059">
                <a:moveTo>
                  <a:pt x="775600" y="998932"/>
                </a:moveTo>
                <a:lnTo>
                  <a:pt x="766376" y="998932"/>
                </a:lnTo>
                <a:lnTo>
                  <a:pt x="765001" y="993666"/>
                </a:lnTo>
                <a:lnTo>
                  <a:pt x="764614" y="991715"/>
                </a:lnTo>
                <a:lnTo>
                  <a:pt x="764125" y="980791"/>
                </a:lnTo>
                <a:lnTo>
                  <a:pt x="763854" y="953793"/>
                </a:lnTo>
                <a:lnTo>
                  <a:pt x="762602" y="925167"/>
                </a:lnTo>
                <a:lnTo>
                  <a:pt x="761478" y="892329"/>
                </a:lnTo>
                <a:lnTo>
                  <a:pt x="760610" y="859491"/>
                </a:lnTo>
                <a:lnTo>
                  <a:pt x="759687" y="810483"/>
                </a:lnTo>
                <a:lnTo>
                  <a:pt x="759395" y="778218"/>
                </a:lnTo>
                <a:lnTo>
                  <a:pt x="758944" y="753472"/>
                </a:lnTo>
                <a:lnTo>
                  <a:pt x="758370" y="745761"/>
                </a:lnTo>
                <a:lnTo>
                  <a:pt x="758043" y="736831"/>
                </a:lnTo>
                <a:lnTo>
                  <a:pt x="759163" y="735203"/>
                </a:lnTo>
                <a:lnTo>
                  <a:pt x="803414" y="743981"/>
                </a:lnTo>
                <a:lnTo>
                  <a:pt x="817919" y="744807"/>
                </a:lnTo>
                <a:lnTo>
                  <a:pt x="839185" y="745761"/>
                </a:lnTo>
                <a:lnTo>
                  <a:pt x="859721" y="748068"/>
                </a:lnTo>
                <a:lnTo>
                  <a:pt x="872032" y="752954"/>
                </a:lnTo>
                <a:lnTo>
                  <a:pt x="874082" y="768962"/>
                </a:lnTo>
                <a:lnTo>
                  <a:pt x="871326" y="796454"/>
                </a:lnTo>
                <a:lnTo>
                  <a:pt x="867071" y="824385"/>
                </a:lnTo>
                <a:lnTo>
                  <a:pt x="864625" y="841709"/>
                </a:lnTo>
                <a:lnTo>
                  <a:pt x="866291" y="872219"/>
                </a:lnTo>
                <a:lnTo>
                  <a:pt x="869766" y="913591"/>
                </a:lnTo>
                <a:lnTo>
                  <a:pt x="869696" y="953793"/>
                </a:lnTo>
                <a:lnTo>
                  <a:pt x="860726" y="980791"/>
                </a:lnTo>
                <a:lnTo>
                  <a:pt x="849816" y="986887"/>
                </a:lnTo>
                <a:lnTo>
                  <a:pt x="834848" y="989618"/>
                </a:lnTo>
                <a:lnTo>
                  <a:pt x="819223" y="990667"/>
                </a:lnTo>
                <a:lnTo>
                  <a:pt x="806338" y="991715"/>
                </a:lnTo>
                <a:lnTo>
                  <a:pt x="797983" y="993666"/>
                </a:lnTo>
                <a:lnTo>
                  <a:pt x="786138" y="996787"/>
                </a:lnTo>
                <a:lnTo>
                  <a:pt x="775600" y="998932"/>
                </a:lnTo>
                <a:close/>
              </a:path>
              <a:path w="1140459" h="1242059">
                <a:moveTo>
                  <a:pt x="122711" y="1242024"/>
                </a:moveTo>
                <a:lnTo>
                  <a:pt x="0" y="1242024"/>
                </a:lnTo>
                <a:lnTo>
                  <a:pt x="9823" y="1230208"/>
                </a:lnTo>
                <a:lnTo>
                  <a:pt x="18005" y="1220006"/>
                </a:lnTo>
                <a:lnTo>
                  <a:pt x="26003" y="1209604"/>
                </a:lnTo>
                <a:lnTo>
                  <a:pt x="29122" y="1205312"/>
                </a:lnTo>
                <a:lnTo>
                  <a:pt x="39844" y="1192048"/>
                </a:lnTo>
                <a:lnTo>
                  <a:pt x="100469" y="1183270"/>
                </a:lnTo>
                <a:lnTo>
                  <a:pt x="134724" y="1197713"/>
                </a:lnTo>
                <a:lnTo>
                  <a:pt x="141235" y="1215292"/>
                </a:lnTo>
                <a:lnTo>
                  <a:pt x="127207" y="1237412"/>
                </a:lnTo>
                <a:lnTo>
                  <a:pt x="122711" y="1242024"/>
                </a:lnTo>
                <a:close/>
              </a:path>
              <a:path w="1140459" h="1242059">
                <a:moveTo>
                  <a:pt x="671647" y="1242024"/>
                </a:moveTo>
                <a:lnTo>
                  <a:pt x="571700" y="1242024"/>
                </a:lnTo>
                <a:lnTo>
                  <a:pt x="571947" y="1240040"/>
                </a:lnTo>
                <a:lnTo>
                  <a:pt x="575898" y="1211945"/>
                </a:lnTo>
                <a:lnTo>
                  <a:pt x="580981" y="1185897"/>
                </a:lnTo>
                <a:lnTo>
                  <a:pt x="586449" y="1175467"/>
                </a:lnTo>
                <a:lnTo>
                  <a:pt x="634988" y="1157716"/>
                </a:lnTo>
                <a:lnTo>
                  <a:pt x="669614" y="1143720"/>
                </a:lnTo>
                <a:lnTo>
                  <a:pt x="691377" y="1136046"/>
                </a:lnTo>
                <a:lnTo>
                  <a:pt x="702632" y="1134698"/>
                </a:lnTo>
                <a:lnTo>
                  <a:pt x="700341" y="1144534"/>
                </a:lnTo>
                <a:lnTo>
                  <a:pt x="693518" y="1164373"/>
                </a:lnTo>
                <a:lnTo>
                  <a:pt x="686184" y="1184541"/>
                </a:lnTo>
                <a:lnTo>
                  <a:pt x="682358" y="1195364"/>
                </a:lnTo>
                <a:lnTo>
                  <a:pt x="673479" y="1233073"/>
                </a:lnTo>
                <a:lnTo>
                  <a:pt x="671647" y="1242024"/>
                </a:lnTo>
                <a:close/>
              </a:path>
            </a:pathLst>
          </a:custGeom>
          <a:solidFill>
            <a:srgbClr val="4272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7275674" y="8842564"/>
            <a:ext cx="864869" cy="1146175"/>
          </a:xfrm>
          <a:custGeom>
            <a:avLst/>
            <a:gdLst/>
            <a:ahLst/>
            <a:cxnLst/>
            <a:rect l="l" t="t" r="r" b="b"/>
            <a:pathLst>
              <a:path w="864869" h="1146175">
                <a:moveTo>
                  <a:pt x="758472" y="116777"/>
                </a:moveTo>
                <a:lnTo>
                  <a:pt x="715216" y="116777"/>
                </a:lnTo>
                <a:lnTo>
                  <a:pt x="713677" y="108779"/>
                </a:lnTo>
                <a:lnTo>
                  <a:pt x="713611" y="108438"/>
                </a:lnTo>
                <a:lnTo>
                  <a:pt x="711147" y="100099"/>
                </a:lnTo>
                <a:lnTo>
                  <a:pt x="707842" y="91760"/>
                </a:lnTo>
                <a:lnTo>
                  <a:pt x="703785" y="83561"/>
                </a:lnTo>
                <a:lnTo>
                  <a:pt x="696033" y="70443"/>
                </a:lnTo>
                <a:lnTo>
                  <a:pt x="687876" y="56550"/>
                </a:lnTo>
                <a:lnTo>
                  <a:pt x="681839" y="42000"/>
                </a:lnTo>
                <a:lnTo>
                  <a:pt x="680518" y="27047"/>
                </a:lnTo>
                <a:lnTo>
                  <a:pt x="691029" y="7961"/>
                </a:lnTo>
                <a:lnTo>
                  <a:pt x="711537" y="323"/>
                </a:lnTo>
                <a:lnTo>
                  <a:pt x="735590" y="0"/>
                </a:lnTo>
                <a:lnTo>
                  <a:pt x="756738" y="2858"/>
                </a:lnTo>
                <a:lnTo>
                  <a:pt x="763847" y="3986"/>
                </a:lnTo>
                <a:lnTo>
                  <a:pt x="772236" y="5589"/>
                </a:lnTo>
                <a:lnTo>
                  <a:pt x="780039" y="8509"/>
                </a:lnTo>
                <a:lnTo>
                  <a:pt x="785394" y="13587"/>
                </a:lnTo>
                <a:lnTo>
                  <a:pt x="785199" y="25821"/>
                </a:lnTo>
                <a:lnTo>
                  <a:pt x="778864" y="42701"/>
                </a:lnTo>
                <a:lnTo>
                  <a:pt x="770920" y="59507"/>
                </a:lnTo>
                <a:lnTo>
                  <a:pt x="765900" y="71522"/>
                </a:lnTo>
                <a:lnTo>
                  <a:pt x="762647" y="85600"/>
                </a:lnTo>
                <a:lnTo>
                  <a:pt x="759614" y="102805"/>
                </a:lnTo>
                <a:lnTo>
                  <a:pt x="758472" y="116777"/>
                </a:lnTo>
                <a:close/>
              </a:path>
              <a:path w="864869" h="1146175">
                <a:moveTo>
                  <a:pt x="860552" y="138624"/>
                </a:moveTo>
                <a:lnTo>
                  <a:pt x="760637" y="138624"/>
                </a:lnTo>
                <a:lnTo>
                  <a:pt x="762976" y="138234"/>
                </a:lnTo>
                <a:lnTo>
                  <a:pt x="772912" y="132257"/>
                </a:lnTo>
                <a:lnTo>
                  <a:pt x="780764" y="119679"/>
                </a:lnTo>
                <a:lnTo>
                  <a:pt x="787812" y="105454"/>
                </a:lnTo>
                <a:lnTo>
                  <a:pt x="795336" y="94539"/>
                </a:lnTo>
                <a:lnTo>
                  <a:pt x="820455" y="83561"/>
                </a:lnTo>
                <a:lnTo>
                  <a:pt x="840293" y="95368"/>
                </a:lnTo>
                <a:lnTo>
                  <a:pt x="854466" y="119392"/>
                </a:lnTo>
                <a:lnTo>
                  <a:pt x="860429" y="138234"/>
                </a:lnTo>
                <a:lnTo>
                  <a:pt x="860552" y="138624"/>
                </a:lnTo>
                <a:close/>
              </a:path>
              <a:path w="864869" h="1146175">
                <a:moveTo>
                  <a:pt x="734366" y="268446"/>
                </a:moveTo>
                <a:lnTo>
                  <a:pt x="694748" y="256249"/>
                </a:lnTo>
                <a:lnTo>
                  <a:pt x="658002" y="223868"/>
                </a:lnTo>
                <a:lnTo>
                  <a:pt x="635292" y="179783"/>
                </a:lnTo>
                <a:lnTo>
                  <a:pt x="627105" y="142136"/>
                </a:lnTo>
                <a:lnTo>
                  <a:pt x="627689" y="136674"/>
                </a:lnTo>
                <a:lnTo>
                  <a:pt x="628244" y="133163"/>
                </a:lnTo>
                <a:lnTo>
                  <a:pt x="628274" y="132967"/>
                </a:lnTo>
                <a:lnTo>
                  <a:pt x="657515" y="104683"/>
                </a:lnTo>
                <a:lnTo>
                  <a:pt x="674234" y="98343"/>
                </a:lnTo>
                <a:lnTo>
                  <a:pt x="688924" y="99904"/>
                </a:lnTo>
                <a:lnTo>
                  <a:pt x="702335" y="106877"/>
                </a:lnTo>
                <a:lnTo>
                  <a:pt x="715216" y="116777"/>
                </a:lnTo>
                <a:lnTo>
                  <a:pt x="758472" y="116777"/>
                </a:lnTo>
                <a:lnTo>
                  <a:pt x="758281" y="119118"/>
                </a:lnTo>
                <a:lnTo>
                  <a:pt x="758235" y="119679"/>
                </a:lnTo>
                <a:lnTo>
                  <a:pt x="758115" y="121145"/>
                </a:lnTo>
                <a:lnTo>
                  <a:pt x="759286" y="136284"/>
                </a:lnTo>
                <a:lnTo>
                  <a:pt x="759316" y="136674"/>
                </a:lnTo>
                <a:lnTo>
                  <a:pt x="759437" y="138234"/>
                </a:lnTo>
                <a:lnTo>
                  <a:pt x="759467" y="138624"/>
                </a:lnTo>
                <a:lnTo>
                  <a:pt x="860552" y="138624"/>
                </a:lnTo>
                <a:lnTo>
                  <a:pt x="862528" y="144866"/>
                </a:lnTo>
                <a:lnTo>
                  <a:pt x="862589" y="145062"/>
                </a:lnTo>
                <a:lnTo>
                  <a:pt x="864188" y="155452"/>
                </a:lnTo>
                <a:lnTo>
                  <a:pt x="864855" y="166007"/>
                </a:lnTo>
                <a:lnTo>
                  <a:pt x="864536" y="176525"/>
                </a:lnTo>
                <a:lnTo>
                  <a:pt x="863174" y="186806"/>
                </a:lnTo>
                <a:lnTo>
                  <a:pt x="846201" y="224795"/>
                </a:lnTo>
                <a:lnTo>
                  <a:pt x="815481" y="251727"/>
                </a:lnTo>
                <a:lnTo>
                  <a:pt x="776407" y="266608"/>
                </a:lnTo>
                <a:lnTo>
                  <a:pt x="734366" y="268446"/>
                </a:lnTo>
                <a:close/>
              </a:path>
              <a:path w="864869" h="1146175">
                <a:moveTo>
                  <a:pt x="628274" y="132967"/>
                </a:moveTo>
                <a:lnTo>
                  <a:pt x="628581" y="130822"/>
                </a:lnTo>
                <a:lnTo>
                  <a:pt x="628664" y="130237"/>
                </a:lnTo>
                <a:lnTo>
                  <a:pt x="629054" y="128676"/>
                </a:lnTo>
                <a:lnTo>
                  <a:pt x="629196" y="130237"/>
                </a:lnTo>
                <a:lnTo>
                  <a:pt x="629249" y="130822"/>
                </a:lnTo>
                <a:lnTo>
                  <a:pt x="628274" y="132967"/>
                </a:lnTo>
                <a:close/>
              </a:path>
              <a:path w="864869" h="1146175">
                <a:moveTo>
                  <a:pt x="623206" y="143501"/>
                </a:moveTo>
                <a:lnTo>
                  <a:pt x="624570" y="139795"/>
                </a:lnTo>
                <a:lnTo>
                  <a:pt x="626130" y="136284"/>
                </a:lnTo>
                <a:lnTo>
                  <a:pt x="628079" y="133163"/>
                </a:lnTo>
                <a:lnTo>
                  <a:pt x="623206" y="143501"/>
                </a:lnTo>
                <a:close/>
              </a:path>
              <a:path w="864869" h="1146175">
                <a:moveTo>
                  <a:pt x="155147" y="658475"/>
                </a:moveTo>
                <a:lnTo>
                  <a:pt x="86543" y="658475"/>
                </a:lnTo>
                <a:lnTo>
                  <a:pt x="91416" y="652623"/>
                </a:lnTo>
                <a:lnTo>
                  <a:pt x="95120" y="645601"/>
                </a:lnTo>
                <a:lnTo>
                  <a:pt x="97459" y="637798"/>
                </a:lnTo>
                <a:lnTo>
                  <a:pt x="102722" y="617658"/>
                </a:lnTo>
                <a:lnTo>
                  <a:pt x="106889" y="608063"/>
                </a:lnTo>
                <a:lnTo>
                  <a:pt x="113834" y="600736"/>
                </a:lnTo>
                <a:lnTo>
                  <a:pt x="129426" y="597435"/>
                </a:lnTo>
                <a:lnTo>
                  <a:pt x="144561" y="604320"/>
                </a:lnTo>
                <a:lnTo>
                  <a:pt x="157832" y="616289"/>
                </a:lnTo>
                <a:lnTo>
                  <a:pt x="167832" y="628240"/>
                </a:lnTo>
                <a:lnTo>
                  <a:pt x="171341" y="632922"/>
                </a:lnTo>
                <a:lnTo>
                  <a:pt x="179918" y="641309"/>
                </a:lnTo>
                <a:lnTo>
                  <a:pt x="177989" y="647484"/>
                </a:lnTo>
                <a:lnTo>
                  <a:pt x="171551" y="652962"/>
                </a:lnTo>
                <a:lnTo>
                  <a:pt x="159376" y="657329"/>
                </a:lnTo>
                <a:lnTo>
                  <a:pt x="155147" y="658475"/>
                </a:lnTo>
                <a:close/>
              </a:path>
              <a:path w="864869" h="1146175">
                <a:moveTo>
                  <a:pt x="94569" y="773269"/>
                </a:moveTo>
                <a:lnTo>
                  <a:pt x="56742" y="764225"/>
                </a:lnTo>
                <a:lnTo>
                  <a:pt x="24214" y="741906"/>
                </a:lnTo>
                <a:lnTo>
                  <a:pt x="3694" y="710753"/>
                </a:lnTo>
                <a:lnTo>
                  <a:pt x="0" y="694556"/>
                </a:lnTo>
                <a:lnTo>
                  <a:pt x="32" y="688906"/>
                </a:lnTo>
                <a:lnTo>
                  <a:pt x="10517" y="646381"/>
                </a:lnTo>
                <a:lnTo>
                  <a:pt x="33520" y="620437"/>
                </a:lnTo>
                <a:lnTo>
                  <a:pt x="32545" y="621413"/>
                </a:lnTo>
                <a:lnTo>
                  <a:pt x="48432" y="621413"/>
                </a:lnTo>
                <a:lnTo>
                  <a:pt x="84615" y="647484"/>
                </a:lnTo>
                <a:lnTo>
                  <a:pt x="86543" y="658475"/>
                </a:lnTo>
                <a:lnTo>
                  <a:pt x="155147" y="658475"/>
                </a:lnTo>
                <a:lnTo>
                  <a:pt x="117976" y="674568"/>
                </a:lnTo>
                <a:lnTo>
                  <a:pt x="99409" y="690661"/>
                </a:lnTo>
                <a:lnTo>
                  <a:pt x="100188" y="691246"/>
                </a:lnTo>
                <a:lnTo>
                  <a:pt x="100773" y="691831"/>
                </a:lnTo>
                <a:lnTo>
                  <a:pt x="101553" y="692222"/>
                </a:lnTo>
                <a:lnTo>
                  <a:pt x="110017" y="694556"/>
                </a:lnTo>
                <a:lnTo>
                  <a:pt x="155648" y="694556"/>
                </a:lnTo>
                <a:lnTo>
                  <a:pt x="160954" y="696678"/>
                </a:lnTo>
                <a:lnTo>
                  <a:pt x="165736" y="712021"/>
                </a:lnTo>
                <a:lnTo>
                  <a:pt x="161088" y="729997"/>
                </a:lnTo>
                <a:lnTo>
                  <a:pt x="152237" y="745670"/>
                </a:lnTo>
                <a:lnTo>
                  <a:pt x="147793" y="751095"/>
                </a:lnTo>
                <a:lnTo>
                  <a:pt x="142709" y="756155"/>
                </a:lnTo>
                <a:lnTo>
                  <a:pt x="137077" y="760702"/>
                </a:lnTo>
                <a:lnTo>
                  <a:pt x="130988" y="764591"/>
                </a:lnTo>
                <a:lnTo>
                  <a:pt x="94569" y="773269"/>
                </a:lnTo>
                <a:close/>
              </a:path>
              <a:path w="864869" h="1146175">
                <a:moveTo>
                  <a:pt x="46970" y="621413"/>
                </a:moveTo>
                <a:lnTo>
                  <a:pt x="32935" y="621413"/>
                </a:lnTo>
                <a:lnTo>
                  <a:pt x="35079" y="621023"/>
                </a:lnTo>
                <a:lnTo>
                  <a:pt x="39368" y="621023"/>
                </a:lnTo>
                <a:lnTo>
                  <a:pt x="44046" y="621218"/>
                </a:lnTo>
                <a:lnTo>
                  <a:pt x="46970" y="621413"/>
                </a:lnTo>
                <a:close/>
              </a:path>
              <a:path w="864869" h="1146175">
                <a:moveTo>
                  <a:pt x="22798" y="623949"/>
                </a:moveTo>
                <a:lnTo>
                  <a:pt x="25332" y="622973"/>
                </a:lnTo>
                <a:lnTo>
                  <a:pt x="28061" y="622388"/>
                </a:lnTo>
                <a:lnTo>
                  <a:pt x="32285" y="621413"/>
                </a:lnTo>
                <a:lnTo>
                  <a:pt x="32013" y="621413"/>
                </a:lnTo>
                <a:lnTo>
                  <a:pt x="22798" y="623949"/>
                </a:lnTo>
                <a:close/>
              </a:path>
              <a:path w="864869" h="1146175">
                <a:moveTo>
                  <a:pt x="155648" y="694556"/>
                </a:moveTo>
                <a:lnTo>
                  <a:pt x="110017" y="694556"/>
                </a:lnTo>
                <a:lnTo>
                  <a:pt x="120730" y="692904"/>
                </a:lnTo>
                <a:lnTo>
                  <a:pt x="131844" y="690082"/>
                </a:lnTo>
                <a:lnTo>
                  <a:pt x="141515" y="688906"/>
                </a:lnTo>
                <a:lnTo>
                  <a:pt x="155648" y="694556"/>
                </a:lnTo>
                <a:close/>
              </a:path>
              <a:path w="864869" h="1146175">
                <a:moveTo>
                  <a:pt x="477785" y="1010569"/>
                </a:moveTo>
                <a:lnTo>
                  <a:pt x="367643" y="1010569"/>
                </a:lnTo>
                <a:lnTo>
                  <a:pt x="372626" y="1006037"/>
                </a:lnTo>
                <a:lnTo>
                  <a:pt x="377097" y="1000938"/>
                </a:lnTo>
                <a:lnTo>
                  <a:pt x="381130" y="995290"/>
                </a:lnTo>
                <a:lnTo>
                  <a:pt x="384797" y="989112"/>
                </a:lnTo>
                <a:lnTo>
                  <a:pt x="389710" y="978579"/>
                </a:lnTo>
                <a:lnTo>
                  <a:pt x="395226" y="966875"/>
                </a:lnTo>
                <a:lnTo>
                  <a:pt x="402232" y="956743"/>
                </a:lnTo>
                <a:lnTo>
                  <a:pt x="412088" y="949904"/>
                </a:lnTo>
                <a:lnTo>
                  <a:pt x="431141" y="949700"/>
                </a:lnTo>
                <a:lnTo>
                  <a:pt x="447543" y="961291"/>
                </a:lnTo>
                <a:lnTo>
                  <a:pt x="460629" y="978322"/>
                </a:lnTo>
                <a:lnTo>
                  <a:pt x="460791" y="978579"/>
                </a:lnTo>
                <a:lnTo>
                  <a:pt x="469883" y="994589"/>
                </a:lnTo>
                <a:lnTo>
                  <a:pt x="473153" y="1000231"/>
                </a:lnTo>
                <a:lnTo>
                  <a:pt x="476613" y="1006863"/>
                </a:lnTo>
                <a:lnTo>
                  <a:pt x="477785" y="1010569"/>
                </a:lnTo>
                <a:close/>
              </a:path>
              <a:path w="864869" h="1146175">
                <a:moveTo>
                  <a:pt x="309356" y="954780"/>
                </a:moveTo>
                <a:lnTo>
                  <a:pt x="311501" y="954000"/>
                </a:lnTo>
                <a:lnTo>
                  <a:pt x="312865" y="953805"/>
                </a:lnTo>
                <a:lnTo>
                  <a:pt x="311306" y="954585"/>
                </a:lnTo>
                <a:lnTo>
                  <a:pt x="309356" y="954780"/>
                </a:lnTo>
                <a:close/>
              </a:path>
              <a:path w="864869" h="1146175">
                <a:moveTo>
                  <a:pt x="299220" y="955366"/>
                </a:moveTo>
                <a:lnTo>
                  <a:pt x="302534" y="954780"/>
                </a:lnTo>
                <a:lnTo>
                  <a:pt x="309356" y="954780"/>
                </a:lnTo>
                <a:lnTo>
                  <a:pt x="299220" y="955366"/>
                </a:lnTo>
                <a:close/>
              </a:path>
              <a:path w="864869" h="1146175">
                <a:moveTo>
                  <a:pt x="352971" y="1145845"/>
                </a:moveTo>
                <a:lnTo>
                  <a:pt x="310112" y="1126365"/>
                </a:lnTo>
                <a:lnTo>
                  <a:pt x="276281" y="1092732"/>
                </a:lnTo>
                <a:lnTo>
                  <a:pt x="258478" y="1051728"/>
                </a:lnTo>
                <a:lnTo>
                  <a:pt x="257597" y="1031993"/>
                </a:lnTo>
                <a:lnTo>
                  <a:pt x="257582" y="1031658"/>
                </a:lnTo>
                <a:lnTo>
                  <a:pt x="261402" y="1012447"/>
                </a:lnTo>
                <a:lnTo>
                  <a:pt x="269091" y="994769"/>
                </a:lnTo>
                <a:lnTo>
                  <a:pt x="269169" y="994589"/>
                </a:lnTo>
                <a:lnTo>
                  <a:pt x="294864" y="963245"/>
                </a:lnTo>
                <a:lnTo>
                  <a:pt x="309356" y="954780"/>
                </a:lnTo>
                <a:lnTo>
                  <a:pt x="314425" y="954976"/>
                </a:lnTo>
                <a:lnTo>
                  <a:pt x="358432" y="973812"/>
                </a:lnTo>
                <a:lnTo>
                  <a:pt x="367643" y="1010569"/>
                </a:lnTo>
                <a:lnTo>
                  <a:pt x="477785" y="1010569"/>
                </a:lnTo>
                <a:lnTo>
                  <a:pt x="478757" y="1013642"/>
                </a:lnTo>
                <a:lnTo>
                  <a:pt x="477977" y="1019542"/>
                </a:lnTo>
                <a:lnTo>
                  <a:pt x="469254" y="1024267"/>
                </a:lnTo>
                <a:lnTo>
                  <a:pt x="453951" y="1026467"/>
                </a:lnTo>
                <a:lnTo>
                  <a:pt x="437845" y="1027497"/>
                </a:lnTo>
                <a:lnTo>
                  <a:pt x="426709" y="1028710"/>
                </a:lnTo>
                <a:lnTo>
                  <a:pt x="415034" y="1031993"/>
                </a:lnTo>
                <a:lnTo>
                  <a:pt x="401294" y="1036684"/>
                </a:lnTo>
                <a:lnTo>
                  <a:pt x="387590" y="1042947"/>
                </a:lnTo>
                <a:lnTo>
                  <a:pt x="376025" y="1050948"/>
                </a:lnTo>
                <a:lnTo>
                  <a:pt x="376805" y="1051728"/>
                </a:lnTo>
                <a:lnTo>
                  <a:pt x="377390" y="1052509"/>
                </a:lnTo>
                <a:lnTo>
                  <a:pt x="378169" y="1053289"/>
                </a:lnTo>
                <a:lnTo>
                  <a:pt x="387598" y="1057952"/>
                </a:lnTo>
                <a:lnTo>
                  <a:pt x="386375" y="1057952"/>
                </a:lnTo>
                <a:lnTo>
                  <a:pt x="400782" y="1058604"/>
                </a:lnTo>
                <a:lnTo>
                  <a:pt x="422284" y="1058604"/>
                </a:lnTo>
                <a:lnTo>
                  <a:pt x="426319" y="1058946"/>
                </a:lnTo>
                <a:lnTo>
                  <a:pt x="447628" y="1072494"/>
                </a:lnTo>
                <a:lnTo>
                  <a:pt x="450004" y="1091400"/>
                </a:lnTo>
                <a:lnTo>
                  <a:pt x="440683" y="1111147"/>
                </a:lnTo>
                <a:lnTo>
                  <a:pt x="405878" y="1141181"/>
                </a:lnTo>
                <a:lnTo>
                  <a:pt x="397858" y="1144385"/>
                </a:lnTo>
                <a:lnTo>
                  <a:pt x="352971" y="1145845"/>
                </a:lnTo>
                <a:close/>
              </a:path>
              <a:path w="864869" h="1146175">
                <a:moveTo>
                  <a:pt x="422284" y="1058604"/>
                </a:moveTo>
                <a:lnTo>
                  <a:pt x="400782" y="1058604"/>
                </a:lnTo>
                <a:lnTo>
                  <a:pt x="414574" y="1057952"/>
                </a:lnTo>
                <a:lnTo>
                  <a:pt x="422284" y="1058604"/>
                </a:lnTo>
                <a:close/>
              </a:path>
            </a:pathLst>
          </a:custGeom>
          <a:solidFill>
            <a:srgbClr val="D67D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6352635" y="8236939"/>
            <a:ext cx="1935480" cy="2043430"/>
          </a:xfrm>
          <a:custGeom>
            <a:avLst/>
            <a:gdLst/>
            <a:ahLst/>
            <a:cxnLst/>
            <a:rect l="l" t="t" r="r" b="b"/>
            <a:pathLst>
              <a:path w="1935480" h="2043429">
                <a:moveTo>
                  <a:pt x="1935363" y="21840"/>
                </a:moveTo>
                <a:lnTo>
                  <a:pt x="1928517" y="4870"/>
                </a:lnTo>
                <a:lnTo>
                  <a:pt x="1935363" y="0"/>
                </a:lnTo>
                <a:lnTo>
                  <a:pt x="1935363" y="21840"/>
                </a:lnTo>
                <a:close/>
              </a:path>
              <a:path w="1935480" h="2043429">
                <a:moveTo>
                  <a:pt x="1871986" y="509233"/>
                </a:moveTo>
                <a:lnTo>
                  <a:pt x="1870816" y="499246"/>
                </a:lnTo>
                <a:lnTo>
                  <a:pt x="1935363" y="484991"/>
                </a:lnTo>
                <a:lnTo>
                  <a:pt x="1935363" y="504239"/>
                </a:lnTo>
                <a:lnTo>
                  <a:pt x="1897133" y="504239"/>
                </a:lnTo>
                <a:lnTo>
                  <a:pt x="1871986" y="509233"/>
                </a:lnTo>
                <a:close/>
              </a:path>
              <a:path w="1935480" h="2043429">
                <a:moveTo>
                  <a:pt x="1935363" y="569157"/>
                </a:moveTo>
                <a:lnTo>
                  <a:pt x="1934981" y="554176"/>
                </a:lnTo>
                <a:lnTo>
                  <a:pt x="1933586" y="504239"/>
                </a:lnTo>
                <a:lnTo>
                  <a:pt x="1935363" y="504239"/>
                </a:lnTo>
                <a:lnTo>
                  <a:pt x="1935363" y="569157"/>
                </a:lnTo>
                <a:close/>
              </a:path>
              <a:path w="1935480" h="2043429">
                <a:moveTo>
                  <a:pt x="1613693" y="303382"/>
                </a:moveTo>
                <a:lnTo>
                  <a:pt x="1606292" y="277982"/>
                </a:lnTo>
                <a:lnTo>
                  <a:pt x="1511424" y="138282"/>
                </a:lnTo>
                <a:lnTo>
                  <a:pt x="1440589" y="74782"/>
                </a:lnTo>
                <a:lnTo>
                  <a:pt x="1448581" y="74782"/>
                </a:lnTo>
                <a:lnTo>
                  <a:pt x="1513160" y="112882"/>
                </a:lnTo>
                <a:lnTo>
                  <a:pt x="1564423" y="163682"/>
                </a:lnTo>
                <a:lnTo>
                  <a:pt x="1625779" y="290682"/>
                </a:lnTo>
                <a:lnTo>
                  <a:pt x="1625389" y="290682"/>
                </a:lnTo>
                <a:lnTo>
                  <a:pt x="1613693" y="303382"/>
                </a:lnTo>
                <a:close/>
              </a:path>
              <a:path w="1935480" h="2043429">
                <a:moveTo>
                  <a:pt x="1219139" y="519282"/>
                </a:moveTo>
                <a:lnTo>
                  <a:pt x="1207443" y="519282"/>
                </a:lnTo>
                <a:lnTo>
                  <a:pt x="1104711" y="316082"/>
                </a:lnTo>
                <a:lnTo>
                  <a:pt x="1044865" y="252582"/>
                </a:lnTo>
                <a:lnTo>
                  <a:pt x="1041356" y="252582"/>
                </a:lnTo>
                <a:lnTo>
                  <a:pt x="1038237" y="239882"/>
                </a:lnTo>
                <a:lnTo>
                  <a:pt x="1044475" y="239882"/>
                </a:lnTo>
                <a:lnTo>
                  <a:pt x="1066308" y="252582"/>
                </a:lnTo>
                <a:lnTo>
                  <a:pt x="1152276" y="354182"/>
                </a:lnTo>
                <a:lnTo>
                  <a:pt x="1219919" y="506582"/>
                </a:lnTo>
                <a:lnTo>
                  <a:pt x="1219139" y="519282"/>
                </a:lnTo>
                <a:close/>
              </a:path>
              <a:path w="1935480" h="2043429">
                <a:moveTo>
                  <a:pt x="1268311" y="684382"/>
                </a:moveTo>
                <a:lnTo>
                  <a:pt x="1203155" y="684382"/>
                </a:lnTo>
                <a:lnTo>
                  <a:pt x="1294063" y="633582"/>
                </a:lnTo>
                <a:lnTo>
                  <a:pt x="1470219" y="570082"/>
                </a:lnTo>
                <a:lnTo>
                  <a:pt x="1440019" y="443082"/>
                </a:lnTo>
                <a:lnTo>
                  <a:pt x="1356376" y="277982"/>
                </a:lnTo>
                <a:lnTo>
                  <a:pt x="1354816" y="277982"/>
                </a:lnTo>
                <a:lnTo>
                  <a:pt x="1365927" y="265282"/>
                </a:lnTo>
                <a:lnTo>
                  <a:pt x="1434740" y="366882"/>
                </a:lnTo>
                <a:lnTo>
                  <a:pt x="1475482" y="481182"/>
                </a:lnTo>
                <a:lnTo>
                  <a:pt x="1482890" y="557382"/>
                </a:lnTo>
                <a:lnTo>
                  <a:pt x="1546245" y="557382"/>
                </a:lnTo>
                <a:lnTo>
                  <a:pt x="1404507" y="608182"/>
                </a:lnTo>
                <a:lnTo>
                  <a:pt x="1268311" y="684382"/>
                </a:lnTo>
                <a:close/>
              </a:path>
              <a:path w="1935480" h="2043429">
                <a:moveTo>
                  <a:pt x="1123035" y="773282"/>
                </a:moveTo>
                <a:lnTo>
                  <a:pt x="1116212" y="773282"/>
                </a:lnTo>
                <a:lnTo>
                  <a:pt x="1112509" y="760582"/>
                </a:lnTo>
                <a:lnTo>
                  <a:pt x="1185805" y="697082"/>
                </a:lnTo>
                <a:lnTo>
                  <a:pt x="1183636" y="633582"/>
                </a:lnTo>
                <a:lnTo>
                  <a:pt x="1086777" y="443082"/>
                </a:lnTo>
                <a:lnTo>
                  <a:pt x="1085022" y="443082"/>
                </a:lnTo>
                <a:lnTo>
                  <a:pt x="1096134" y="430382"/>
                </a:lnTo>
                <a:lnTo>
                  <a:pt x="1143309" y="493882"/>
                </a:lnTo>
                <a:lnTo>
                  <a:pt x="1197011" y="608182"/>
                </a:lnTo>
                <a:lnTo>
                  <a:pt x="1203155" y="684382"/>
                </a:lnTo>
                <a:lnTo>
                  <a:pt x="1268311" y="684382"/>
                </a:lnTo>
                <a:lnTo>
                  <a:pt x="1123035" y="773282"/>
                </a:lnTo>
                <a:close/>
              </a:path>
              <a:path w="1935480" h="2043429">
                <a:moveTo>
                  <a:pt x="953634" y="798682"/>
                </a:moveTo>
                <a:lnTo>
                  <a:pt x="942133" y="798682"/>
                </a:lnTo>
                <a:lnTo>
                  <a:pt x="898272" y="722482"/>
                </a:lnTo>
                <a:lnTo>
                  <a:pt x="758892" y="557382"/>
                </a:lnTo>
                <a:lnTo>
                  <a:pt x="746611" y="531982"/>
                </a:lnTo>
                <a:lnTo>
                  <a:pt x="756747" y="531982"/>
                </a:lnTo>
                <a:lnTo>
                  <a:pt x="880143" y="658982"/>
                </a:lnTo>
                <a:lnTo>
                  <a:pt x="953634" y="785982"/>
                </a:lnTo>
                <a:lnTo>
                  <a:pt x="953634" y="798682"/>
                </a:lnTo>
                <a:close/>
              </a:path>
              <a:path w="1935480" h="2043429">
                <a:moveTo>
                  <a:pt x="1546245" y="557382"/>
                </a:moveTo>
                <a:lnTo>
                  <a:pt x="1482890" y="557382"/>
                </a:lnTo>
                <a:lnTo>
                  <a:pt x="1538252" y="544682"/>
                </a:lnTo>
                <a:lnTo>
                  <a:pt x="1546050" y="544682"/>
                </a:lnTo>
                <a:lnTo>
                  <a:pt x="1546245" y="557382"/>
                </a:lnTo>
                <a:close/>
              </a:path>
              <a:path w="1935480" h="2043429">
                <a:moveTo>
                  <a:pt x="1935363" y="2005182"/>
                </a:moveTo>
                <a:lnTo>
                  <a:pt x="840765" y="1001882"/>
                </a:lnTo>
                <a:lnTo>
                  <a:pt x="805649" y="938382"/>
                </a:lnTo>
                <a:lnTo>
                  <a:pt x="742176" y="836782"/>
                </a:lnTo>
                <a:lnTo>
                  <a:pt x="697486" y="785982"/>
                </a:lnTo>
                <a:lnTo>
                  <a:pt x="656208" y="747882"/>
                </a:lnTo>
                <a:lnTo>
                  <a:pt x="611714" y="735182"/>
                </a:lnTo>
                <a:lnTo>
                  <a:pt x="509567" y="697082"/>
                </a:lnTo>
                <a:lnTo>
                  <a:pt x="508592" y="684382"/>
                </a:lnTo>
                <a:lnTo>
                  <a:pt x="524720" y="684382"/>
                </a:lnTo>
                <a:lnTo>
                  <a:pt x="579467" y="697082"/>
                </a:lnTo>
                <a:lnTo>
                  <a:pt x="641518" y="722482"/>
                </a:lnTo>
                <a:lnTo>
                  <a:pt x="687554" y="760582"/>
                </a:lnTo>
                <a:lnTo>
                  <a:pt x="732673" y="798682"/>
                </a:lnTo>
                <a:lnTo>
                  <a:pt x="793201" y="874882"/>
                </a:lnTo>
                <a:lnTo>
                  <a:pt x="856361" y="989182"/>
                </a:lnTo>
                <a:lnTo>
                  <a:pt x="1935363" y="1979782"/>
                </a:lnTo>
                <a:lnTo>
                  <a:pt x="1935363" y="2005182"/>
                </a:lnTo>
                <a:close/>
              </a:path>
              <a:path w="1935480" h="2043429">
                <a:moveTo>
                  <a:pt x="1679507" y="760582"/>
                </a:moveTo>
                <a:lnTo>
                  <a:pt x="1645468" y="760582"/>
                </a:lnTo>
                <a:lnTo>
                  <a:pt x="1612719" y="709782"/>
                </a:lnTo>
                <a:lnTo>
                  <a:pt x="1619151" y="709782"/>
                </a:lnTo>
                <a:lnTo>
                  <a:pt x="1683091" y="747882"/>
                </a:lnTo>
                <a:lnTo>
                  <a:pt x="1679507" y="760582"/>
                </a:lnTo>
                <a:close/>
              </a:path>
              <a:path w="1935480" h="2043429">
                <a:moveTo>
                  <a:pt x="1681532" y="862182"/>
                </a:moveTo>
                <a:lnTo>
                  <a:pt x="1634747" y="862182"/>
                </a:lnTo>
                <a:lnTo>
                  <a:pt x="1599853" y="836782"/>
                </a:lnTo>
                <a:lnTo>
                  <a:pt x="1572561" y="798682"/>
                </a:lnTo>
                <a:lnTo>
                  <a:pt x="1590885" y="811382"/>
                </a:lnTo>
                <a:lnTo>
                  <a:pt x="1678997" y="849482"/>
                </a:lnTo>
                <a:lnTo>
                  <a:pt x="1681532" y="862182"/>
                </a:lnTo>
                <a:close/>
              </a:path>
              <a:path w="1935480" h="2043429">
                <a:moveTo>
                  <a:pt x="1031025" y="1027282"/>
                </a:moveTo>
                <a:lnTo>
                  <a:pt x="1023227" y="1027282"/>
                </a:lnTo>
                <a:lnTo>
                  <a:pt x="1017184" y="1014582"/>
                </a:lnTo>
                <a:lnTo>
                  <a:pt x="1023203" y="1001882"/>
                </a:lnTo>
                <a:lnTo>
                  <a:pt x="1057439" y="938382"/>
                </a:lnTo>
                <a:lnTo>
                  <a:pt x="1159099" y="836782"/>
                </a:lnTo>
                <a:lnTo>
                  <a:pt x="1168456" y="836782"/>
                </a:lnTo>
                <a:lnTo>
                  <a:pt x="1172744" y="849482"/>
                </a:lnTo>
                <a:lnTo>
                  <a:pt x="1031025" y="1027282"/>
                </a:lnTo>
                <a:close/>
              </a:path>
              <a:path w="1935480" h="2043429">
                <a:moveTo>
                  <a:pt x="1379963" y="976482"/>
                </a:moveTo>
                <a:lnTo>
                  <a:pt x="1368267" y="976482"/>
                </a:lnTo>
                <a:lnTo>
                  <a:pt x="1343900" y="938382"/>
                </a:lnTo>
                <a:lnTo>
                  <a:pt x="1346824" y="836782"/>
                </a:lnTo>
                <a:lnTo>
                  <a:pt x="1355986" y="849482"/>
                </a:lnTo>
                <a:lnTo>
                  <a:pt x="1355029" y="862182"/>
                </a:lnTo>
                <a:lnTo>
                  <a:pt x="1366512" y="925682"/>
                </a:lnTo>
                <a:lnTo>
                  <a:pt x="1379963" y="976482"/>
                </a:lnTo>
                <a:close/>
              </a:path>
              <a:path w="1935480" h="2043429">
                <a:moveTo>
                  <a:pt x="468435" y="912982"/>
                </a:moveTo>
                <a:lnTo>
                  <a:pt x="463561" y="912982"/>
                </a:lnTo>
                <a:lnTo>
                  <a:pt x="375254" y="887582"/>
                </a:lnTo>
                <a:lnTo>
                  <a:pt x="368627" y="874882"/>
                </a:lnTo>
                <a:lnTo>
                  <a:pt x="373695" y="862182"/>
                </a:lnTo>
                <a:lnTo>
                  <a:pt x="414827" y="874882"/>
                </a:lnTo>
                <a:lnTo>
                  <a:pt x="468435" y="912982"/>
                </a:lnTo>
                <a:close/>
              </a:path>
              <a:path w="1935480" h="2043429">
                <a:moveTo>
                  <a:pt x="1394583" y="938382"/>
                </a:moveTo>
                <a:lnTo>
                  <a:pt x="1386591" y="938382"/>
                </a:lnTo>
                <a:lnTo>
                  <a:pt x="1382497" y="925682"/>
                </a:lnTo>
                <a:lnTo>
                  <a:pt x="1377819" y="912982"/>
                </a:lnTo>
                <a:lnTo>
                  <a:pt x="1387176" y="862182"/>
                </a:lnTo>
                <a:lnTo>
                  <a:pt x="1394583" y="938382"/>
                </a:lnTo>
                <a:close/>
              </a:path>
              <a:path w="1935480" h="2043429">
                <a:moveTo>
                  <a:pt x="1701415" y="912982"/>
                </a:moveTo>
                <a:lnTo>
                  <a:pt x="1694982" y="912982"/>
                </a:lnTo>
                <a:lnTo>
                  <a:pt x="1738648" y="874882"/>
                </a:lnTo>
                <a:lnTo>
                  <a:pt x="1790139" y="862182"/>
                </a:lnTo>
                <a:lnTo>
                  <a:pt x="1806292" y="874882"/>
                </a:lnTo>
                <a:lnTo>
                  <a:pt x="1791086" y="874882"/>
                </a:lnTo>
                <a:lnTo>
                  <a:pt x="1701415" y="912982"/>
                </a:lnTo>
                <a:close/>
              </a:path>
              <a:path w="1935480" h="2043429">
                <a:moveTo>
                  <a:pt x="1801028" y="887582"/>
                </a:moveTo>
                <a:lnTo>
                  <a:pt x="1791086" y="874882"/>
                </a:lnTo>
                <a:lnTo>
                  <a:pt x="1803660" y="874882"/>
                </a:lnTo>
                <a:lnTo>
                  <a:pt x="1801028" y="887582"/>
                </a:lnTo>
                <a:close/>
              </a:path>
              <a:path w="1935480" h="2043429">
                <a:moveTo>
                  <a:pt x="724388" y="1166982"/>
                </a:moveTo>
                <a:lnTo>
                  <a:pt x="714836" y="1166982"/>
                </a:lnTo>
                <a:lnTo>
                  <a:pt x="707702" y="1141582"/>
                </a:lnTo>
                <a:lnTo>
                  <a:pt x="661332" y="1052682"/>
                </a:lnTo>
                <a:lnTo>
                  <a:pt x="535103" y="925682"/>
                </a:lnTo>
                <a:lnTo>
                  <a:pt x="530425" y="925682"/>
                </a:lnTo>
                <a:lnTo>
                  <a:pt x="539197" y="912982"/>
                </a:lnTo>
                <a:lnTo>
                  <a:pt x="623215" y="976482"/>
                </a:lnTo>
                <a:lnTo>
                  <a:pt x="665209" y="1014582"/>
                </a:lnTo>
                <a:lnTo>
                  <a:pt x="719124" y="1116182"/>
                </a:lnTo>
                <a:lnTo>
                  <a:pt x="719904" y="1154282"/>
                </a:lnTo>
                <a:lnTo>
                  <a:pt x="724388" y="1166982"/>
                </a:lnTo>
                <a:close/>
              </a:path>
              <a:path w="1935480" h="2043429">
                <a:moveTo>
                  <a:pt x="1098863" y="976482"/>
                </a:moveTo>
                <a:lnTo>
                  <a:pt x="1091455" y="963782"/>
                </a:lnTo>
                <a:lnTo>
                  <a:pt x="1133172" y="912982"/>
                </a:lnTo>
                <a:lnTo>
                  <a:pt x="1138630" y="912982"/>
                </a:lnTo>
                <a:lnTo>
                  <a:pt x="1142919" y="925682"/>
                </a:lnTo>
                <a:lnTo>
                  <a:pt x="1130248" y="938382"/>
                </a:lnTo>
                <a:lnTo>
                  <a:pt x="1098863" y="976482"/>
                </a:lnTo>
                <a:close/>
              </a:path>
              <a:path w="1935480" h="2043429">
                <a:moveTo>
                  <a:pt x="1713306" y="1052682"/>
                </a:moveTo>
                <a:lnTo>
                  <a:pt x="1702195" y="1052682"/>
                </a:lnTo>
                <a:lnTo>
                  <a:pt x="1704534" y="951082"/>
                </a:lnTo>
                <a:lnTo>
                  <a:pt x="1713891" y="925682"/>
                </a:lnTo>
                <a:lnTo>
                  <a:pt x="1720324" y="912982"/>
                </a:lnTo>
                <a:lnTo>
                  <a:pt x="1732995" y="912982"/>
                </a:lnTo>
                <a:lnTo>
                  <a:pt x="1733385" y="925682"/>
                </a:lnTo>
                <a:lnTo>
                  <a:pt x="1713306" y="1052682"/>
                </a:lnTo>
                <a:close/>
              </a:path>
              <a:path w="1935480" h="2043429">
                <a:moveTo>
                  <a:pt x="1742157" y="989182"/>
                </a:moveTo>
                <a:lnTo>
                  <a:pt x="1730461" y="989182"/>
                </a:lnTo>
                <a:lnTo>
                  <a:pt x="1730526" y="976482"/>
                </a:lnTo>
                <a:lnTo>
                  <a:pt x="1730591" y="963782"/>
                </a:lnTo>
                <a:lnTo>
                  <a:pt x="1730656" y="951082"/>
                </a:lnTo>
                <a:lnTo>
                  <a:pt x="1746056" y="938382"/>
                </a:lnTo>
                <a:lnTo>
                  <a:pt x="1751319" y="951082"/>
                </a:lnTo>
                <a:lnTo>
                  <a:pt x="1742157" y="989182"/>
                </a:lnTo>
                <a:close/>
              </a:path>
              <a:path w="1935480" h="2043429">
                <a:moveTo>
                  <a:pt x="1516029" y="1357482"/>
                </a:moveTo>
                <a:lnTo>
                  <a:pt x="1514860" y="1357482"/>
                </a:lnTo>
                <a:lnTo>
                  <a:pt x="1621101" y="1166982"/>
                </a:lnTo>
                <a:lnTo>
                  <a:pt x="1631043" y="1179682"/>
                </a:lnTo>
                <a:lnTo>
                  <a:pt x="1605573" y="1255882"/>
                </a:lnTo>
                <a:lnTo>
                  <a:pt x="1516029" y="1357482"/>
                </a:lnTo>
                <a:close/>
              </a:path>
              <a:path w="1935480" h="2043429">
                <a:moveTo>
                  <a:pt x="194742" y="1243182"/>
                </a:moveTo>
                <a:lnTo>
                  <a:pt x="191038" y="1230482"/>
                </a:lnTo>
                <a:lnTo>
                  <a:pt x="184447" y="1217782"/>
                </a:lnTo>
                <a:lnTo>
                  <a:pt x="190405" y="1205082"/>
                </a:lnTo>
                <a:lnTo>
                  <a:pt x="200968" y="1205082"/>
                </a:lnTo>
                <a:lnTo>
                  <a:pt x="207803" y="1217782"/>
                </a:lnTo>
                <a:lnTo>
                  <a:pt x="194352" y="1217782"/>
                </a:lnTo>
                <a:lnTo>
                  <a:pt x="201881" y="1229746"/>
                </a:lnTo>
                <a:lnTo>
                  <a:pt x="201565" y="1230482"/>
                </a:lnTo>
                <a:lnTo>
                  <a:pt x="216774" y="1230482"/>
                </a:lnTo>
                <a:lnTo>
                  <a:pt x="194742" y="1243182"/>
                </a:lnTo>
                <a:close/>
              </a:path>
              <a:path w="1935480" h="2043429">
                <a:moveTo>
                  <a:pt x="333928" y="1217782"/>
                </a:moveTo>
                <a:lnTo>
                  <a:pt x="207803" y="1217782"/>
                </a:lnTo>
                <a:lnTo>
                  <a:pt x="228987" y="1205082"/>
                </a:lnTo>
                <a:lnTo>
                  <a:pt x="333928" y="1217782"/>
                </a:lnTo>
                <a:close/>
              </a:path>
              <a:path w="1935480" h="2043429">
                <a:moveTo>
                  <a:pt x="216774" y="1230482"/>
                </a:moveTo>
                <a:lnTo>
                  <a:pt x="202345" y="1230482"/>
                </a:lnTo>
                <a:lnTo>
                  <a:pt x="201881" y="1229746"/>
                </a:lnTo>
                <a:lnTo>
                  <a:pt x="207023" y="1217782"/>
                </a:lnTo>
                <a:lnTo>
                  <a:pt x="260838" y="1217782"/>
                </a:lnTo>
                <a:lnTo>
                  <a:pt x="216774" y="1230482"/>
                </a:lnTo>
                <a:close/>
              </a:path>
              <a:path w="1935480" h="2043429">
                <a:moveTo>
                  <a:pt x="466485" y="1293982"/>
                </a:moveTo>
                <a:lnTo>
                  <a:pt x="408698" y="1268582"/>
                </a:lnTo>
                <a:lnTo>
                  <a:pt x="260838" y="1217782"/>
                </a:lnTo>
                <a:lnTo>
                  <a:pt x="353505" y="1217782"/>
                </a:lnTo>
                <a:lnTo>
                  <a:pt x="470969" y="1281282"/>
                </a:lnTo>
                <a:lnTo>
                  <a:pt x="475452" y="1281282"/>
                </a:lnTo>
                <a:lnTo>
                  <a:pt x="466485" y="1293982"/>
                </a:lnTo>
                <a:close/>
              </a:path>
              <a:path w="1935480" h="2043429">
                <a:moveTo>
                  <a:pt x="1331229" y="1395582"/>
                </a:moveTo>
                <a:lnTo>
                  <a:pt x="1324016" y="1395582"/>
                </a:lnTo>
                <a:lnTo>
                  <a:pt x="1325965" y="1382882"/>
                </a:lnTo>
                <a:lnTo>
                  <a:pt x="1411153" y="1370182"/>
                </a:lnTo>
                <a:lnTo>
                  <a:pt x="1457353" y="1344782"/>
                </a:lnTo>
                <a:lnTo>
                  <a:pt x="1528505" y="1243182"/>
                </a:lnTo>
                <a:lnTo>
                  <a:pt x="1534743" y="1230482"/>
                </a:lnTo>
                <a:lnTo>
                  <a:pt x="1543321" y="1243182"/>
                </a:lnTo>
                <a:lnTo>
                  <a:pt x="1493027" y="1332082"/>
                </a:lnTo>
                <a:lnTo>
                  <a:pt x="1428304" y="1382882"/>
                </a:lnTo>
                <a:lnTo>
                  <a:pt x="1331229" y="1395582"/>
                </a:lnTo>
                <a:close/>
              </a:path>
              <a:path w="1935480" h="2043429">
                <a:moveTo>
                  <a:pt x="1013285" y="1306682"/>
                </a:moveTo>
                <a:lnTo>
                  <a:pt x="998665" y="1293982"/>
                </a:lnTo>
                <a:lnTo>
                  <a:pt x="1006657" y="1255882"/>
                </a:lnTo>
                <a:lnTo>
                  <a:pt x="1017769" y="1243182"/>
                </a:lnTo>
                <a:lnTo>
                  <a:pt x="1020108" y="1255882"/>
                </a:lnTo>
                <a:lnTo>
                  <a:pt x="1013480" y="1268582"/>
                </a:lnTo>
                <a:lnTo>
                  <a:pt x="1014260" y="1281282"/>
                </a:lnTo>
                <a:lnTo>
                  <a:pt x="1017379" y="1293982"/>
                </a:lnTo>
                <a:lnTo>
                  <a:pt x="1013285" y="1306682"/>
                </a:lnTo>
                <a:close/>
              </a:path>
              <a:path w="1935480" h="2043429">
                <a:moveTo>
                  <a:pt x="1771008" y="1535282"/>
                </a:moveTo>
                <a:lnTo>
                  <a:pt x="1759702" y="1535282"/>
                </a:lnTo>
                <a:lnTo>
                  <a:pt x="1775686" y="1395582"/>
                </a:lnTo>
                <a:lnTo>
                  <a:pt x="1796740" y="1357482"/>
                </a:lnTo>
                <a:lnTo>
                  <a:pt x="1859415" y="1255882"/>
                </a:lnTo>
                <a:lnTo>
                  <a:pt x="1875470" y="1255882"/>
                </a:lnTo>
                <a:lnTo>
                  <a:pt x="1839236" y="1306682"/>
                </a:lnTo>
                <a:lnTo>
                  <a:pt x="1771008" y="1535282"/>
                </a:lnTo>
                <a:close/>
              </a:path>
              <a:path w="1935480" h="2043429">
                <a:moveTo>
                  <a:pt x="657329" y="1433682"/>
                </a:moveTo>
                <a:lnTo>
                  <a:pt x="648362" y="1433682"/>
                </a:lnTo>
                <a:lnTo>
                  <a:pt x="670975" y="1395582"/>
                </a:lnTo>
                <a:lnTo>
                  <a:pt x="830629" y="1306682"/>
                </a:lnTo>
                <a:lnTo>
                  <a:pt x="840376" y="1306682"/>
                </a:lnTo>
                <a:lnTo>
                  <a:pt x="657329" y="1433682"/>
                </a:lnTo>
                <a:close/>
              </a:path>
              <a:path w="1935480" h="2043429">
                <a:moveTo>
                  <a:pt x="1566323" y="1408282"/>
                </a:moveTo>
                <a:lnTo>
                  <a:pt x="1559890" y="1408282"/>
                </a:lnTo>
                <a:lnTo>
                  <a:pt x="1554822" y="1395582"/>
                </a:lnTo>
                <a:lnTo>
                  <a:pt x="1632212" y="1319382"/>
                </a:lnTo>
                <a:lnTo>
                  <a:pt x="1639230" y="1332082"/>
                </a:lnTo>
                <a:lnTo>
                  <a:pt x="1628314" y="1357482"/>
                </a:lnTo>
                <a:lnTo>
                  <a:pt x="1566323" y="1408282"/>
                </a:lnTo>
                <a:close/>
              </a:path>
              <a:path w="1935480" h="2043429">
                <a:moveTo>
                  <a:pt x="750314" y="1420982"/>
                </a:moveTo>
                <a:lnTo>
                  <a:pt x="742907" y="1408282"/>
                </a:lnTo>
                <a:lnTo>
                  <a:pt x="769028" y="1382882"/>
                </a:lnTo>
                <a:lnTo>
                  <a:pt x="852072" y="1344782"/>
                </a:lnTo>
                <a:lnTo>
                  <a:pt x="859869" y="1344782"/>
                </a:lnTo>
                <a:lnTo>
                  <a:pt x="859674" y="1357482"/>
                </a:lnTo>
                <a:lnTo>
                  <a:pt x="750314" y="1420982"/>
                </a:lnTo>
                <a:close/>
              </a:path>
              <a:path w="1935480" h="2043429">
                <a:moveTo>
                  <a:pt x="1736309" y="1459082"/>
                </a:moveTo>
                <a:lnTo>
                  <a:pt x="1721884" y="1459082"/>
                </a:lnTo>
                <a:lnTo>
                  <a:pt x="1735529" y="1382882"/>
                </a:lnTo>
                <a:lnTo>
                  <a:pt x="1745471" y="1382882"/>
                </a:lnTo>
                <a:lnTo>
                  <a:pt x="1751319" y="1395582"/>
                </a:lnTo>
                <a:lnTo>
                  <a:pt x="1736309" y="1459082"/>
                </a:lnTo>
                <a:close/>
              </a:path>
              <a:path w="1935480" h="2043429">
                <a:moveTo>
                  <a:pt x="464731" y="1928982"/>
                </a:moveTo>
                <a:lnTo>
                  <a:pt x="452060" y="1928982"/>
                </a:lnTo>
                <a:lnTo>
                  <a:pt x="454689" y="1890882"/>
                </a:lnTo>
                <a:lnTo>
                  <a:pt x="480375" y="1713082"/>
                </a:lnTo>
                <a:lnTo>
                  <a:pt x="554597" y="1459082"/>
                </a:lnTo>
                <a:lnTo>
                  <a:pt x="560250" y="1446382"/>
                </a:lnTo>
                <a:lnTo>
                  <a:pt x="569607" y="1459082"/>
                </a:lnTo>
                <a:lnTo>
                  <a:pt x="464731" y="1928982"/>
                </a:lnTo>
                <a:close/>
              </a:path>
              <a:path w="1935480" h="2043429">
                <a:moveTo>
                  <a:pt x="680856" y="1560682"/>
                </a:moveTo>
                <a:lnTo>
                  <a:pt x="678395" y="1560682"/>
                </a:lnTo>
                <a:lnTo>
                  <a:pt x="692808" y="1535282"/>
                </a:lnTo>
                <a:lnTo>
                  <a:pt x="758307" y="1484482"/>
                </a:lnTo>
                <a:lnTo>
                  <a:pt x="833087" y="1459082"/>
                </a:lnTo>
                <a:lnTo>
                  <a:pt x="947786" y="1484482"/>
                </a:lnTo>
                <a:lnTo>
                  <a:pt x="867984" y="1484482"/>
                </a:lnTo>
                <a:lnTo>
                  <a:pt x="795174" y="1497182"/>
                </a:lnTo>
                <a:lnTo>
                  <a:pt x="680856" y="1560682"/>
                </a:lnTo>
                <a:close/>
              </a:path>
              <a:path w="1935480" h="2043429">
                <a:moveTo>
                  <a:pt x="948566" y="1497182"/>
                </a:moveTo>
                <a:lnTo>
                  <a:pt x="867984" y="1484482"/>
                </a:lnTo>
                <a:lnTo>
                  <a:pt x="954024" y="1484482"/>
                </a:lnTo>
                <a:lnTo>
                  <a:pt x="948566" y="1497182"/>
                </a:lnTo>
                <a:close/>
              </a:path>
              <a:path w="1935480" h="2043429">
                <a:moveTo>
                  <a:pt x="758502" y="1535282"/>
                </a:moveTo>
                <a:lnTo>
                  <a:pt x="743882" y="1535282"/>
                </a:lnTo>
                <a:lnTo>
                  <a:pt x="760061" y="1522582"/>
                </a:lnTo>
                <a:lnTo>
                  <a:pt x="838036" y="1497182"/>
                </a:lnTo>
                <a:lnTo>
                  <a:pt x="875854" y="1497182"/>
                </a:lnTo>
                <a:lnTo>
                  <a:pt x="872345" y="1509882"/>
                </a:lnTo>
                <a:lnTo>
                  <a:pt x="858395" y="1509882"/>
                </a:lnTo>
                <a:lnTo>
                  <a:pt x="758502" y="1535282"/>
                </a:lnTo>
                <a:close/>
              </a:path>
              <a:path w="1935480" h="2043429">
                <a:moveTo>
                  <a:pt x="1935363" y="1535282"/>
                </a:moveTo>
                <a:lnTo>
                  <a:pt x="1911948" y="1522582"/>
                </a:lnTo>
                <a:lnTo>
                  <a:pt x="1911363" y="1509882"/>
                </a:lnTo>
                <a:lnTo>
                  <a:pt x="1935363" y="1509882"/>
                </a:lnTo>
                <a:lnTo>
                  <a:pt x="1935363" y="1535282"/>
                </a:lnTo>
                <a:close/>
              </a:path>
              <a:path w="1935480" h="2043429">
                <a:moveTo>
                  <a:pt x="1935363" y="1573382"/>
                </a:moveTo>
                <a:lnTo>
                  <a:pt x="1869841" y="1560682"/>
                </a:lnTo>
                <a:lnTo>
                  <a:pt x="1867112" y="1547982"/>
                </a:lnTo>
                <a:lnTo>
                  <a:pt x="1935363" y="1560682"/>
                </a:lnTo>
                <a:lnTo>
                  <a:pt x="1935363" y="1573382"/>
                </a:lnTo>
                <a:close/>
              </a:path>
              <a:path w="1935480" h="2043429">
                <a:moveTo>
                  <a:pt x="128658" y="1624182"/>
                </a:moveTo>
                <a:lnTo>
                  <a:pt x="120666" y="1624182"/>
                </a:lnTo>
                <a:lnTo>
                  <a:pt x="119301" y="1611482"/>
                </a:lnTo>
                <a:lnTo>
                  <a:pt x="144570" y="1598782"/>
                </a:lnTo>
                <a:lnTo>
                  <a:pt x="211897" y="1586082"/>
                </a:lnTo>
                <a:lnTo>
                  <a:pt x="305467" y="1586082"/>
                </a:lnTo>
                <a:lnTo>
                  <a:pt x="342193" y="1598782"/>
                </a:lnTo>
                <a:lnTo>
                  <a:pt x="288361" y="1598782"/>
                </a:lnTo>
                <a:lnTo>
                  <a:pt x="192668" y="1611482"/>
                </a:lnTo>
                <a:lnTo>
                  <a:pt x="128658" y="1624182"/>
                </a:lnTo>
                <a:close/>
              </a:path>
              <a:path w="1935480" h="2043429">
                <a:moveTo>
                  <a:pt x="1292826" y="1662282"/>
                </a:moveTo>
                <a:lnTo>
                  <a:pt x="1287952" y="1662282"/>
                </a:lnTo>
                <a:lnTo>
                  <a:pt x="1267484" y="1636882"/>
                </a:lnTo>
                <a:lnTo>
                  <a:pt x="1285223" y="1586082"/>
                </a:lnTo>
                <a:lnTo>
                  <a:pt x="1296140" y="1598782"/>
                </a:lnTo>
                <a:lnTo>
                  <a:pt x="1290292" y="1636882"/>
                </a:lnTo>
                <a:lnTo>
                  <a:pt x="1286393" y="1649582"/>
                </a:lnTo>
                <a:lnTo>
                  <a:pt x="1292826" y="1662282"/>
                </a:lnTo>
                <a:close/>
              </a:path>
              <a:path w="1935480" h="2043429">
                <a:moveTo>
                  <a:pt x="1935363" y="1598782"/>
                </a:moveTo>
                <a:lnTo>
                  <a:pt x="1896548" y="1586082"/>
                </a:lnTo>
                <a:lnTo>
                  <a:pt x="1935363" y="1586082"/>
                </a:lnTo>
                <a:lnTo>
                  <a:pt x="1935363" y="1598782"/>
                </a:lnTo>
                <a:close/>
              </a:path>
              <a:path w="1935480" h="2043429">
                <a:moveTo>
                  <a:pt x="397282" y="1636882"/>
                </a:moveTo>
                <a:lnTo>
                  <a:pt x="390655" y="1636882"/>
                </a:lnTo>
                <a:lnTo>
                  <a:pt x="288361" y="1598782"/>
                </a:lnTo>
                <a:lnTo>
                  <a:pt x="342193" y="1598782"/>
                </a:lnTo>
                <a:lnTo>
                  <a:pt x="397282" y="1636882"/>
                </a:lnTo>
                <a:close/>
              </a:path>
              <a:path w="1935480" h="2043429">
                <a:moveTo>
                  <a:pt x="1299259" y="1751182"/>
                </a:moveTo>
                <a:lnTo>
                  <a:pt x="1298479" y="1738482"/>
                </a:lnTo>
                <a:lnTo>
                  <a:pt x="1302573" y="1738482"/>
                </a:lnTo>
                <a:lnTo>
                  <a:pt x="1342340" y="1713082"/>
                </a:lnTo>
                <a:lnTo>
                  <a:pt x="1362224" y="1687682"/>
                </a:lnTo>
                <a:lnTo>
                  <a:pt x="1352282" y="1674982"/>
                </a:lnTo>
                <a:lnTo>
                  <a:pt x="1360274" y="1662282"/>
                </a:lnTo>
                <a:lnTo>
                  <a:pt x="1372778" y="1662282"/>
                </a:lnTo>
                <a:lnTo>
                  <a:pt x="1377989" y="1674982"/>
                </a:lnTo>
                <a:lnTo>
                  <a:pt x="1379768" y="1687682"/>
                </a:lnTo>
                <a:lnTo>
                  <a:pt x="1359689" y="1725782"/>
                </a:lnTo>
                <a:lnTo>
                  <a:pt x="1299259" y="1751182"/>
                </a:lnTo>
                <a:close/>
              </a:path>
              <a:path w="1935480" h="2043429">
                <a:moveTo>
                  <a:pt x="1854831" y="1840082"/>
                </a:moveTo>
                <a:lnTo>
                  <a:pt x="1848593" y="1827382"/>
                </a:lnTo>
                <a:lnTo>
                  <a:pt x="1770033" y="1674982"/>
                </a:lnTo>
                <a:lnTo>
                  <a:pt x="1777636" y="1662282"/>
                </a:lnTo>
                <a:lnTo>
                  <a:pt x="1842745" y="1776582"/>
                </a:lnTo>
                <a:lnTo>
                  <a:pt x="1854831" y="1840082"/>
                </a:lnTo>
                <a:close/>
              </a:path>
              <a:path w="1935480" h="2043429">
                <a:moveTo>
                  <a:pt x="1084243" y="1725782"/>
                </a:moveTo>
                <a:lnTo>
                  <a:pt x="1039732" y="1725782"/>
                </a:lnTo>
                <a:lnTo>
                  <a:pt x="1022900" y="1720805"/>
                </a:lnTo>
                <a:lnTo>
                  <a:pt x="961042" y="1687682"/>
                </a:lnTo>
                <a:lnTo>
                  <a:pt x="967085" y="1687682"/>
                </a:lnTo>
                <a:lnTo>
                  <a:pt x="1082293" y="1713082"/>
                </a:lnTo>
                <a:lnTo>
                  <a:pt x="1084243" y="1725782"/>
                </a:lnTo>
                <a:close/>
              </a:path>
              <a:path w="1935480" h="2043429">
                <a:moveTo>
                  <a:pt x="1102372" y="1751182"/>
                </a:moveTo>
                <a:lnTo>
                  <a:pt x="1038822" y="1751182"/>
                </a:lnTo>
                <a:lnTo>
                  <a:pt x="943108" y="1700382"/>
                </a:lnTo>
                <a:lnTo>
                  <a:pt x="953829" y="1700382"/>
                </a:lnTo>
                <a:lnTo>
                  <a:pt x="1022900" y="1720805"/>
                </a:lnTo>
                <a:lnTo>
                  <a:pt x="1032194" y="1725782"/>
                </a:lnTo>
                <a:lnTo>
                  <a:pt x="1039732" y="1725782"/>
                </a:lnTo>
                <a:lnTo>
                  <a:pt x="1082683" y="1738482"/>
                </a:lnTo>
                <a:lnTo>
                  <a:pt x="1116407" y="1738482"/>
                </a:lnTo>
                <a:lnTo>
                  <a:pt x="1102372" y="1751182"/>
                </a:lnTo>
                <a:close/>
              </a:path>
              <a:path w="1935480" h="2043429">
                <a:moveTo>
                  <a:pt x="1116407" y="1738482"/>
                </a:moveTo>
                <a:lnTo>
                  <a:pt x="1103931" y="1738482"/>
                </a:lnTo>
                <a:lnTo>
                  <a:pt x="1111729" y="1725782"/>
                </a:lnTo>
                <a:lnTo>
                  <a:pt x="1116407" y="1738482"/>
                </a:lnTo>
                <a:close/>
              </a:path>
              <a:path w="1935480" h="2043429">
                <a:moveTo>
                  <a:pt x="1798689" y="1763882"/>
                </a:moveTo>
                <a:lnTo>
                  <a:pt x="1792451" y="1763882"/>
                </a:lnTo>
                <a:lnTo>
                  <a:pt x="1779780" y="1751182"/>
                </a:lnTo>
                <a:lnTo>
                  <a:pt x="1768279" y="1725782"/>
                </a:lnTo>
                <a:lnTo>
                  <a:pt x="1775686" y="1725782"/>
                </a:lnTo>
                <a:lnTo>
                  <a:pt x="1795960" y="1751182"/>
                </a:lnTo>
                <a:lnTo>
                  <a:pt x="1798689" y="1763882"/>
                </a:lnTo>
                <a:close/>
              </a:path>
              <a:path w="1935480" h="2043429">
                <a:moveTo>
                  <a:pt x="11111" y="1827382"/>
                </a:moveTo>
                <a:lnTo>
                  <a:pt x="0" y="1827382"/>
                </a:lnTo>
                <a:lnTo>
                  <a:pt x="84992" y="1776582"/>
                </a:lnTo>
                <a:lnTo>
                  <a:pt x="239188" y="1751182"/>
                </a:lnTo>
                <a:lnTo>
                  <a:pt x="243672" y="1776582"/>
                </a:lnTo>
                <a:lnTo>
                  <a:pt x="199859" y="1776582"/>
                </a:lnTo>
                <a:lnTo>
                  <a:pt x="11111" y="1827382"/>
                </a:lnTo>
                <a:close/>
              </a:path>
              <a:path w="1935480" h="2043429">
                <a:moveTo>
                  <a:pt x="1148572" y="1928982"/>
                </a:moveTo>
                <a:lnTo>
                  <a:pt x="1142334" y="1916282"/>
                </a:lnTo>
                <a:lnTo>
                  <a:pt x="1202180" y="1878182"/>
                </a:lnTo>
                <a:lnTo>
                  <a:pt x="1240193" y="1852782"/>
                </a:lnTo>
                <a:lnTo>
                  <a:pt x="1405695" y="1840082"/>
                </a:lnTo>
                <a:lnTo>
                  <a:pt x="1405305" y="1840082"/>
                </a:lnTo>
                <a:lnTo>
                  <a:pt x="1237488" y="1878182"/>
                </a:lnTo>
                <a:lnTo>
                  <a:pt x="1148572" y="1928982"/>
                </a:lnTo>
                <a:close/>
              </a:path>
              <a:path w="1935480" h="2043429">
                <a:moveTo>
                  <a:pt x="1174694" y="1967082"/>
                </a:moveTo>
                <a:lnTo>
                  <a:pt x="1170015" y="1954382"/>
                </a:lnTo>
                <a:lnTo>
                  <a:pt x="1209782" y="1916282"/>
                </a:lnTo>
                <a:lnTo>
                  <a:pt x="1295750" y="1878182"/>
                </a:lnTo>
                <a:lnTo>
                  <a:pt x="1353257" y="1865482"/>
                </a:lnTo>
                <a:lnTo>
                  <a:pt x="1354231" y="1878182"/>
                </a:lnTo>
                <a:lnTo>
                  <a:pt x="1252376" y="1916282"/>
                </a:lnTo>
                <a:lnTo>
                  <a:pt x="1174694" y="1967082"/>
                </a:lnTo>
                <a:close/>
              </a:path>
              <a:path w="1935480" h="2043429">
                <a:moveTo>
                  <a:pt x="1701805" y="1979782"/>
                </a:moveTo>
                <a:lnTo>
                  <a:pt x="1692253" y="1979782"/>
                </a:lnTo>
                <a:lnTo>
                  <a:pt x="1632017" y="1890882"/>
                </a:lnTo>
                <a:lnTo>
                  <a:pt x="1609405" y="1865482"/>
                </a:lnTo>
                <a:lnTo>
                  <a:pt x="1619541" y="1865482"/>
                </a:lnTo>
                <a:lnTo>
                  <a:pt x="1641408" y="1878182"/>
                </a:lnTo>
                <a:lnTo>
                  <a:pt x="1701805" y="1979782"/>
                </a:lnTo>
                <a:close/>
              </a:path>
              <a:path w="1935480" h="2043429">
                <a:moveTo>
                  <a:pt x="1623440" y="1967082"/>
                </a:moveTo>
                <a:lnTo>
                  <a:pt x="1601022" y="1928982"/>
                </a:lnTo>
                <a:lnTo>
                  <a:pt x="1605116" y="1916282"/>
                </a:lnTo>
                <a:lnTo>
                  <a:pt x="1612913" y="1916282"/>
                </a:lnTo>
                <a:lnTo>
                  <a:pt x="1633187" y="1954382"/>
                </a:lnTo>
                <a:lnTo>
                  <a:pt x="1623440" y="1967082"/>
                </a:lnTo>
                <a:close/>
              </a:path>
              <a:path w="1935480" h="2043429">
                <a:moveTo>
                  <a:pt x="802558" y="2043282"/>
                </a:moveTo>
                <a:lnTo>
                  <a:pt x="778540" y="2043282"/>
                </a:lnTo>
                <a:lnTo>
                  <a:pt x="789887" y="2030582"/>
                </a:lnTo>
                <a:lnTo>
                  <a:pt x="839206" y="1979782"/>
                </a:lnTo>
                <a:lnTo>
                  <a:pt x="932216" y="1992482"/>
                </a:lnTo>
                <a:lnTo>
                  <a:pt x="954999" y="2005182"/>
                </a:lnTo>
                <a:lnTo>
                  <a:pt x="841155" y="2005182"/>
                </a:lnTo>
                <a:lnTo>
                  <a:pt x="802558" y="2043282"/>
                </a:lnTo>
                <a:close/>
              </a:path>
              <a:path w="1935480" h="2043429">
                <a:moveTo>
                  <a:pt x="868521" y="2043282"/>
                </a:moveTo>
                <a:lnTo>
                  <a:pt x="847123" y="2043282"/>
                </a:lnTo>
                <a:lnTo>
                  <a:pt x="875659" y="2005182"/>
                </a:lnTo>
                <a:lnTo>
                  <a:pt x="887161" y="2017882"/>
                </a:lnTo>
                <a:lnTo>
                  <a:pt x="868521" y="2043282"/>
                </a:lnTo>
                <a:close/>
              </a:path>
              <a:path w="1935480" h="2043429">
                <a:moveTo>
                  <a:pt x="926661" y="2043282"/>
                </a:moveTo>
                <a:lnTo>
                  <a:pt x="894504" y="2043282"/>
                </a:lnTo>
                <a:lnTo>
                  <a:pt x="922249" y="2005182"/>
                </a:lnTo>
                <a:lnTo>
                  <a:pt x="957923" y="2005182"/>
                </a:lnTo>
                <a:lnTo>
                  <a:pt x="926661" y="2043282"/>
                </a:lnTo>
                <a:close/>
              </a:path>
              <a:path w="1935480" h="2043429">
                <a:moveTo>
                  <a:pt x="1430052" y="2043282"/>
                </a:moveTo>
                <a:lnTo>
                  <a:pt x="1412025" y="2043282"/>
                </a:lnTo>
                <a:lnTo>
                  <a:pt x="1425383" y="2005182"/>
                </a:lnTo>
                <a:lnTo>
                  <a:pt x="1437080" y="2005182"/>
                </a:lnTo>
                <a:lnTo>
                  <a:pt x="1430052" y="2043282"/>
                </a:lnTo>
                <a:close/>
              </a:path>
            </a:pathLst>
          </a:custGeom>
          <a:solidFill>
            <a:srgbClr val="0F0E0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025951" y="9243552"/>
            <a:ext cx="203904" cy="246368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6357741" y="8324986"/>
            <a:ext cx="1422400" cy="1962150"/>
          </a:xfrm>
          <a:custGeom>
            <a:avLst/>
            <a:gdLst/>
            <a:ahLst/>
            <a:cxnLst/>
            <a:rect l="l" t="t" r="r" b="b"/>
            <a:pathLst>
              <a:path w="1422400" h="1962150">
                <a:moveTo>
                  <a:pt x="938799" y="272215"/>
                </a:moveTo>
                <a:lnTo>
                  <a:pt x="1219989" y="82851"/>
                </a:lnTo>
                <a:lnTo>
                  <a:pt x="1421838" y="0"/>
                </a:lnTo>
                <a:lnTo>
                  <a:pt x="938799" y="272215"/>
                </a:lnTo>
                <a:close/>
              </a:path>
              <a:path w="1422400" h="1962150">
                <a:moveTo>
                  <a:pt x="13492" y="1962012"/>
                </a:moveTo>
                <a:lnTo>
                  <a:pt x="0" y="1962012"/>
                </a:lnTo>
                <a:lnTo>
                  <a:pt x="10776" y="1759626"/>
                </a:lnTo>
                <a:lnTo>
                  <a:pt x="152745" y="1155107"/>
                </a:lnTo>
                <a:lnTo>
                  <a:pt x="573013" y="478353"/>
                </a:lnTo>
                <a:lnTo>
                  <a:pt x="938799" y="272215"/>
                </a:lnTo>
                <a:lnTo>
                  <a:pt x="764825" y="389376"/>
                </a:lnTo>
                <a:lnTo>
                  <a:pt x="281919" y="1006531"/>
                </a:lnTo>
                <a:lnTo>
                  <a:pt x="13492" y="1962012"/>
                </a:lnTo>
                <a:close/>
              </a:path>
            </a:pathLst>
          </a:custGeom>
          <a:solidFill>
            <a:srgbClr val="0F0E0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2237166" cy="19063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75400" y="1915794"/>
            <a:ext cx="5492750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800" b="0" i="0">
                <a:solidFill>
                  <a:srgbClr val="2D4E2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26494" y="4702270"/>
            <a:ext cx="10805794" cy="4193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402D07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100" y="8308"/>
            <a:ext cx="18249900" cy="10278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10119" y="430055"/>
            <a:ext cx="2690066" cy="1943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7347" y="3053926"/>
            <a:ext cx="3209924" cy="2790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0622" y="3053926"/>
            <a:ext cx="3207246" cy="27908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45" dirty="0"/>
              <a:t>Hello!</a:t>
            </a:r>
            <a:endParaRPr spc="1245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4605" algn="ctr">
              <a:lnSpc>
                <a:spcPct val="132000"/>
              </a:lnSpc>
              <a:spcBef>
                <a:spcPts val="95"/>
              </a:spcBef>
            </a:pPr>
            <a:r>
              <a:rPr spc="-350" dirty="0">
                <a:solidFill>
                  <a:srgbClr val="3F2C06"/>
                </a:solidFill>
              </a:rPr>
              <a:t>Welcome</a:t>
            </a:r>
            <a:r>
              <a:rPr spc="-229" dirty="0">
                <a:solidFill>
                  <a:srgbClr val="3F2C06"/>
                </a:solidFill>
              </a:rPr>
              <a:t> </a:t>
            </a:r>
            <a:r>
              <a:rPr spc="-310" dirty="0">
                <a:solidFill>
                  <a:srgbClr val="3F2C06"/>
                </a:solidFill>
              </a:rPr>
              <a:t>to</a:t>
            </a:r>
            <a:r>
              <a:rPr spc="-225" dirty="0">
                <a:solidFill>
                  <a:srgbClr val="3F2C06"/>
                </a:solidFill>
              </a:rPr>
              <a:t> </a:t>
            </a:r>
            <a:r>
              <a:rPr spc="-459" dirty="0">
                <a:solidFill>
                  <a:srgbClr val="3F2C06"/>
                </a:solidFill>
              </a:rPr>
              <a:t>my</a:t>
            </a:r>
            <a:r>
              <a:rPr spc="-229" dirty="0">
                <a:solidFill>
                  <a:srgbClr val="3F2C06"/>
                </a:solidFill>
              </a:rPr>
              <a:t> </a:t>
            </a:r>
            <a:r>
              <a:rPr spc="-295" dirty="0">
                <a:solidFill>
                  <a:srgbClr val="3F2C06"/>
                </a:solidFill>
              </a:rPr>
              <a:t>Pizza</a:t>
            </a:r>
            <a:r>
              <a:rPr spc="-225" dirty="0">
                <a:solidFill>
                  <a:srgbClr val="3F2C06"/>
                </a:solidFill>
              </a:rPr>
              <a:t> </a:t>
            </a:r>
            <a:r>
              <a:rPr spc="-340" dirty="0">
                <a:solidFill>
                  <a:srgbClr val="3F2C06"/>
                </a:solidFill>
              </a:rPr>
              <a:t>Sales</a:t>
            </a:r>
            <a:r>
              <a:rPr spc="-229" dirty="0">
                <a:solidFill>
                  <a:srgbClr val="3F2C06"/>
                </a:solidFill>
              </a:rPr>
              <a:t> </a:t>
            </a:r>
            <a:r>
              <a:rPr spc="-310" dirty="0">
                <a:solidFill>
                  <a:srgbClr val="3F2C06"/>
                </a:solidFill>
              </a:rPr>
              <a:t>Analysis</a:t>
            </a:r>
            <a:r>
              <a:rPr spc="-225" dirty="0">
                <a:solidFill>
                  <a:srgbClr val="3F2C06"/>
                </a:solidFill>
              </a:rPr>
              <a:t> </a:t>
            </a:r>
            <a:r>
              <a:rPr spc="-330" dirty="0">
                <a:solidFill>
                  <a:srgbClr val="3F2C06"/>
                </a:solidFill>
              </a:rPr>
              <a:t>project.</a:t>
            </a:r>
            <a:r>
              <a:rPr spc="-290" dirty="0">
                <a:solidFill>
                  <a:srgbClr val="3F2C06"/>
                </a:solidFill>
              </a:rPr>
              <a:t> </a:t>
            </a:r>
            <a:r>
              <a:rPr spc="-350" dirty="0">
                <a:solidFill>
                  <a:srgbClr val="3F2C06"/>
                </a:solidFill>
              </a:rPr>
              <a:t>Through </a:t>
            </a:r>
            <a:r>
              <a:rPr spc="-265" dirty="0"/>
              <a:t>SQL</a:t>
            </a:r>
            <a:r>
              <a:rPr spc="-235" dirty="0"/>
              <a:t> </a:t>
            </a:r>
            <a:r>
              <a:rPr spc="-315" dirty="0"/>
              <a:t>queries,</a:t>
            </a:r>
            <a:r>
              <a:rPr spc="-225" dirty="0"/>
              <a:t> </a:t>
            </a:r>
            <a:r>
              <a:rPr spc="-320" dirty="0"/>
              <a:t>joins,</a:t>
            </a:r>
            <a:r>
              <a:rPr spc="-225" dirty="0"/>
              <a:t> </a:t>
            </a:r>
            <a:r>
              <a:rPr spc="-375" dirty="0"/>
              <a:t>ranks,</a:t>
            </a:r>
            <a:r>
              <a:rPr spc="-229" dirty="0"/>
              <a:t> </a:t>
            </a:r>
            <a:r>
              <a:rPr spc="-345" dirty="0"/>
              <a:t>and</a:t>
            </a:r>
            <a:r>
              <a:rPr spc="-225" dirty="0"/>
              <a:t> </a:t>
            </a:r>
            <a:r>
              <a:rPr spc="-320" dirty="0"/>
              <a:t>functions,</a:t>
            </a:r>
            <a:r>
              <a:rPr spc="-225" dirty="0"/>
              <a:t> </a:t>
            </a:r>
            <a:r>
              <a:rPr spc="-470" dirty="0"/>
              <a:t>I've</a:t>
            </a:r>
            <a:r>
              <a:rPr spc="-225" dirty="0"/>
              <a:t> </a:t>
            </a:r>
            <a:r>
              <a:rPr spc="-355" dirty="0"/>
              <a:t>explored</a:t>
            </a:r>
            <a:endParaRPr spc="-355" dirty="0"/>
          </a:p>
          <a:p>
            <a:pPr marL="12700" marR="5080" algn="ctr">
              <a:lnSpc>
                <a:spcPct val="117000"/>
              </a:lnSpc>
            </a:pPr>
            <a:r>
              <a:rPr spc="-300" dirty="0"/>
              <a:t>pizza</a:t>
            </a:r>
            <a:r>
              <a:rPr spc="-225" dirty="0"/>
              <a:t> </a:t>
            </a:r>
            <a:r>
              <a:rPr spc="-325" dirty="0"/>
              <a:t>sales</a:t>
            </a:r>
            <a:r>
              <a:rPr spc="-220" dirty="0"/>
              <a:t> </a:t>
            </a:r>
            <a:r>
              <a:rPr spc="-360" dirty="0"/>
              <a:t>data</a:t>
            </a:r>
            <a:r>
              <a:rPr spc="-225" dirty="0"/>
              <a:t> </a:t>
            </a:r>
            <a:r>
              <a:rPr spc="-325" dirty="0"/>
              <a:t>to</a:t>
            </a:r>
            <a:r>
              <a:rPr spc="-225" dirty="0"/>
              <a:t> </a:t>
            </a:r>
            <a:r>
              <a:rPr spc="-360" dirty="0"/>
              <a:t>uncover</a:t>
            </a:r>
            <a:r>
              <a:rPr spc="-225" dirty="0"/>
              <a:t> </a:t>
            </a:r>
            <a:r>
              <a:rPr spc="-335" dirty="0"/>
              <a:t>insights</a:t>
            </a:r>
            <a:r>
              <a:rPr spc="-220" dirty="0"/>
              <a:t> </a:t>
            </a:r>
            <a:r>
              <a:rPr spc="-305" dirty="0"/>
              <a:t>into</a:t>
            </a:r>
            <a:r>
              <a:rPr spc="-225" dirty="0"/>
              <a:t> </a:t>
            </a:r>
            <a:r>
              <a:rPr spc="-340" dirty="0"/>
              <a:t>consumption </a:t>
            </a:r>
            <a:r>
              <a:rPr spc="-345" dirty="0"/>
              <a:t>patterns,</a:t>
            </a:r>
            <a:r>
              <a:rPr spc="-220" dirty="0"/>
              <a:t> </a:t>
            </a:r>
            <a:r>
              <a:rPr spc="-360" dirty="0"/>
              <a:t>most</a:t>
            </a:r>
            <a:r>
              <a:rPr spc="-220" dirty="0"/>
              <a:t> </a:t>
            </a:r>
            <a:r>
              <a:rPr spc="-370" dirty="0"/>
              <a:t>common</a:t>
            </a:r>
            <a:r>
              <a:rPr spc="-220" dirty="0"/>
              <a:t> </a:t>
            </a:r>
            <a:r>
              <a:rPr spc="-300" dirty="0"/>
              <a:t>pizza</a:t>
            </a:r>
            <a:r>
              <a:rPr spc="-220" dirty="0"/>
              <a:t> </a:t>
            </a:r>
            <a:r>
              <a:rPr spc="-350" dirty="0"/>
              <a:t>types,</a:t>
            </a:r>
            <a:r>
              <a:rPr spc="-220" dirty="0"/>
              <a:t> </a:t>
            </a:r>
            <a:r>
              <a:rPr spc="-405" dirty="0"/>
              <a:t>peak</a:t>
            </a:r>
            <a:r>
              <a:rPr spc="-220" dirty="0"/>
              <a:t> </a:t>
            </a:r>
            <a:r>
              <a:rPr spc="-325" dirty="0"/>
              <a:t>sales</a:t>
            </a:r>
            <a:r>
              <a:rPr spc="-220" dirty="0"/>
              <a:t> </a:t>
            </a:r>
            <a:r>
              <a:rPr spc="-350" dirty="0"/>
              <a:t>time, </a:t>
            </a:r>
            <a:r>
              <a:rPr spc="-380" dirty="0"/>
              <a:t>revenue</a:t>
            </a:r>
            <a:r>
              <a:rPr spc="-225" dirty="0"/>
              <a:t> </a:t>
            </a:r>
            <a:r>
              <a:rPr spc="-305" dirty="0"/>
              <a:t>details</a:t>
            </a:r>
            <a:r>
              <a:rPr spc="-229" dirty="0"/>
              <a:t> </a:t>
            </a:r>
            <a:r>
              <a:rPr spc="-345" dirty="0"/>
              <a:t>and</a:t>
            </a:r>
            <a:r>
              <a:rPr spc="-225" dirty="0"/>
              <a:t> </a:t>
            </a:r>
            <a:r>
              <a:rPr spc="-370" dirty="0"/>
              <a:t>much</a:t>
            </a:r>
            <a:r>
              <a:rPr spc="-225" dirty="0"/>
              <a:t> </a:t>
            </a:r>
            <a:r>
              <a:rPr spc="-360" dirty="0"/>
              <a:t>more.</a:t>
            </a:r>
            <a:r>
              <a:rPr spc="-225" dirty="0"/>
              <a:t> </a:t>
            </a:r>
            <a:r>
              <a:rPr spc="-440" dirty="0"/>
              <a:t>Join</a:t>
            </a:r>
            <a:r>
              <a:rPr spc="-229" dirty="0"/>
              <a:t> </a:t>
            </a:r>
            <a:r>
              <a:rPr spc="-425" dirty="0"/>
              <a:t>me</a:t>
            </a:r>
            <a:r>
              <a:rPr spc="-225" dirty="0"/>
              <a:t> </a:t>
            </a:r>
            <a:r>
              <a:rPr spc="-360" dirty="0"/>
              <a:t>as</a:t>
            </a:r>
            <a:r>
              <a:rPr spc="-225" dirty="0"/>
              <a:t> </a:t>
            </a:r>
            <a:r>
              <a:rPr spc="-630" dirty="0"/>
              <a:t>we</a:t>
            </a:r>
            <a:r>
              <a:rPr spc="-229" dirty="0"/>
              <a:t> </a:t>
            </a:r>
            <a:r>
              <a:rPr spc="-290" dirty="0"/>
              <a:t>slice </a:t>
            </a:r>
            <a:r>
              <a:rPr spc="-375" dirty="0"/>
              <a:t>through</a:t>
            </a:r>
            <a:r>
              <a:rPr spc="-235" dirty="0"/>
              <a:t> </a:t>
            </a:r>
            <a:r>
              <a:rPr spc="-365" dirty="0"/>
              <a:t>the</a:t>
            </a:r>
            <a:r>
              <a:rPr spc="-225" dirty="0"/>
              <a:t> </a:t>
            </a:r>
            <a:r>
              <a:rPr spc="-360" dirty="0"/>
              <a:t>data</a:t>
            </a:r>
            <a:r>
              <a:rPr spc="-220" dirty="0"/>
              <a:t> </a:t>
            </a:r>
            <a:r>
              <a:rPr spc="-325" dirty="0"/>
              <a:t>to</a:t>
            </a:r>
            <a:r>
              <a:rPr spc="-225" dirty="0"/>
              <a:t> </a:t>
            </a:r>
            <a:r>
              <a:rPr spc="-365" dirty="0"/>
              <a:t>reveal</a:t>
            </a:r>
            <a:r>
              <a:rPr spc="-225" dirty="0"/>
              <a:t> </a:t>
            </a:r>
            <a:r>
              <a:rPr spc="-365" dirty="0"/>
              <a:t>the</a:t>
            </a:r>
            <a:r>
              <a:rPr spc="-225" dirty="0"/>
              <a:t> </a:t>
            </a:r>
            <a:r>
              <a:rPr spc="-340" dirty="0"/>
              <a:t>secrets</a:t>
            </a:r>
            <a:r>
              <a:rPr spc="-225" dirty="0"/>
              <a:t> </a:t>
            </a:r>
            <a:r>
              <a:rPr spc="-335" dirty="0"/>
              <a:t>of</a:t>
            </a:r>
            <a:r>
              <a:rPr spc="-220" dirty="0"/>
              <a:t> </a:t>
            </a:r>
            <a:r>
              <a:rPr spc="-300" dirty="0"/>
              <a:t>pizza</a:t>
            </a:r>
            <a:r>
              <a:rPr spc="-225" dirty="0"/>
              <a:t> </a:t>
            </a:r>
            <a:r>
              <a:rPr spc="-290" dirty="0"/>
              <a:t>sales!</a:t>
            </a:r>
            <a:endParaRPr spc="-2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38390" y="793769"/>
            <a:ext cx="12820649" cy="9058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3470" y="4457445"/>
            <a:ext cx="265684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" marR="5080" indent="-19050">
              <a:lnSpc>
                <a:spcPct val="117000"/>
              </a:lnSpc>
              <a:spcBef>
                <a:spcPts val="95"/>
              </a:spcBef>
            </a:pPr>
            <a:r>
              <a:rPr sz="3000" spc="180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Mapping</a:t>
            </a:r>
            <a:r>
              <a:rPr sz="3000" spc="-135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spc="90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Pizza </a:t>
            </a:r>
            <a:r>
              <a:rPr sz="3000" spc="195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Sales</a:t>
            </a:r>
            <a:r>
              <a:rPr sz="3000" spc="-145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spc="200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Insights</a:t>
            </a:r>
            <a:endParaRPr sz="3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2300" y="722883"/>
            <a:ext cx="1025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579A"/>
                </a:solidFill>
                <a:latin typeface="Arial" panose="020B0604020202020204"/>
                <a:cs typeface="Arial" panose="020B0604020202020204"/>
              </a:rPr>
              <a:t>Orders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72900" y="760983"/>
            <a:ext cx="957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579A"/>
                </a:solidFill>
                <a:latin typeface="Arial" panose="020B0604020202020204"/>
                <a:cs typeface="Arial" panose="020B0604020202020204"/>
              </a:rPr>
              <a:t>Pizzas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6400" y="4824983"/>
            <a:ext cx="199072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579A"/>
                </a:solidFill>
                <a:latin typeface="Arial" panose="020B0604020202020204"/>
                <a:cs typeface="Arial" panose="020B0604020202020204"/>
              </a:rPr>
              <a:t>Order_de</a:t>
            </a:r>
            <a:r>
              <a:rPr lang="en-US" altLang="" sz="2400" b="1" spc="-10" dirty="0">
                <a:solidFill>
                  <a:srgbClr val="00579A"/>
                </a:solidFill>
                <a:latin typeface="Arial" panose="020B0604020202020204"/>
                <a:cs typeface="Arial" panose="020B0604020202020204"/>
              </a:rPr>
              <a:t>tai</a:t>
            </a:r>
            <a:r>
              <a:rPr sz="2400" b="1" spc="-10" dirty="0">
                <a:solidFill>
                  <a:srgbClr val="00579A"/>
                </a:solidFill>
                <a:latin typeface="Arial" panose="020B0604020202020204"/>
                <a:cs typeface="Arial" panose="020B0604020202020204"/>
              </a:rPr>
              <a:t>ls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4600" y="5904483"/>
            <a:ext cx="175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579A"/>
                </a:solidFill>
                <a:latin typeface="Arial" panose="020B0604020202020204"/>
                <a:cs typeface="Arial" panose="020B0604020202020204"/>
              </a:rPr>
              <a:t>Pizza_types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41862" y="3282700"/>
            <a:ext cx="11401424" cy="15716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112" y="6694364"/>
            <a:ext cx="5686424" cy="23050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7827" y="65668"/>
            <a:ext cx="8986520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2242185" marR="5080" indent="-2230120">
              <a:lnSpc>
                <a:spcPct val="76000"/>
              </a:lnSpc>
              <a:spcBef>
                <a:spcPts val="1510"/>
              </a:spcBef>
            </a:pPr>
            <a:r>
              <a:rPr sz="4800" spc="420" dirty="0">
                <a:solidFill>
                  <a:srgbClr val="2E4E2B"/>
                </a:solidFill>
                <a:latin typeface="Arial MT"/>
                <a:cs typeface="Arial MT"/>
              </a:rPr>
              <a:t>Retrieve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40" dirty="0">
                <a:solidFill>
                  <a:srgbClr val="2E4E2B"/>
                </a:solidFill>
                <a:latin typeface="Arial MT"/>
                <a:cs typeface="Arial MT"/>
              </a:rPr>
              <a:t>total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00" dirty="0">
                <a:solidFill>
                  <a:srgbClr val="2E4E2B"/>
                </a:solidFill>
                <a:latin typeface="Arial MT"/>
                <a:cs typeface="Arial MT"/>
              </a:rPr>
              <a:t>number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50" dirty="0">
                <a:solidFill>
                  <a:srgbClr val="2E4E2B"/>
                </a:solidFill>
                <a:latin typeface="Arial MT"/>
                <a:cs typeface="Arial MT"/>
              </a:rPr>
              <a:t>of </a:t>
            </a:r>
            <a:r>
              <a:rPr sz="4800" spc="465" dirty="0">
                <a:solidFill>
                  <a:srgbClr val="2E4E2B"/>
                </a:solidFill>
                <a:latin typeface="Arial MT"/>
                <a:cs typeface="Arial MT"/>
              </a:rPr>
              <a:t>orders</a:t>
            </a:r>
            <a:r>
              <a:rPr sz="4800" spc="-37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45" dirty="0">
                <a:solidFill>
                  <a:srgbClr val="2E4E2B"/>
                </a:solidFill>
                <a:latin typeface="Arial MT"/>
                <a:cs typeface="Arial MT"/>
              </a:rPr>
              <a:t>placed.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29752" y="2596446"/>
            <a:ext cx="10629899" cy="3876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8534" y="6985979"/>
            <a:ext cx="4581524" cy="21050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77024" y="65627"/>
            <a:ext cx="8681720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 marR="5080" indent="48260">
              <a:lnSpc>
                <a:spcPct val="76000"/>
              </a:lnSpc>
              <a:spcBef>
                <a:spcPts val="1510"/>
              </a:spcBef>
            </a:pPr>
            <a:r>
              <a:rPr sz="4800" spc="395" dirty="0">
                <a:solidFill>
                  <a:srgbClr val="2E4E2B"/>
                </a:solidFill>
                <a:latin typeface="Arial MT"/>
                <a:cs typeface="Arial MT"/>
              </a:rPr>
              <a:t>Calculate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40" dirty="0">
                <a:solidFill>
                  <a:srgbClr val="2E4E2B"/>
                </a:solidFill>
                <a:latin typeface="Arial MT"/>
                <a:cs typeface="Arial MT"/>
              </a:rPr>
              <a:t>total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85" dirty="0">
                <a:solidFill>
                  <a:srgbClr val="2E4E2B"/>
                </a:solidFill>
                <a:latin typeface="Arial MT"/>
                <a:cs typeface="Arial MT"/>
              </a:rPr>
              <a:t>revenue </a:t>
            </a:r>
            <a:r>
              <a:rPr sz="4800" spc="455" dirty="0">
                <a:solidFill>
                  <a:srgbClr val="2E4E2B"/>
                </a:solidFill>
                <a:latin typeface="Arial MT"/>
                <a:cs typeface="Arial MT"/>
              </a:rPr>
              <a:t>generated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70" dirty="0">
                <a:solidFill>
                  <a:srgbClr val="2E4E2B"/>
                </a:solidFill>
                <a:latin typeface="Arial MT"/>
                <a:cs typeface="Arial MT"/>
              </a:rPr>
              <a:t>from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90" dirty="0">
                <a:solidFill>
                  <a:srgbClr val="2E4E2B"/>
                </a:solidFill>
                <a:latin typeface="Arial MT"/>
                <a:cs typeface="Arial MT"/>
              </a:rPr>
              <a:t>pizza</a:t>
            </a:r>
            <a:r>
              <a:rPr sz="48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204" dirty="0">
                <a:solidFill>
                  <a:srgbClr val="2E4E2B"/>
                </a:solidFill>
                <a:latin typeface="Arial MT"/>
                <a:cs typeface="Arial MT"/>
              </a:rPr>
              <a:t>sales.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82342" y="2201299"/>
            <a:ext cx="9458323" cy="49148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0732" y="7793795"/>
            <a:ext cx="4124324" cy="1600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58071" y="151626"/>
            <a:ext cx="8569325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3357880" marR="5080" indent="-3345815">
              <a:lnSpc>
                <a:spcPct val="76000"/>
              </a:lnSpc>
              <a:spcBef>
                <a:spcPts val="1510"/>
              </a:spcBef>
            </a:pPr>
            <a:r>
              <a:rPr sz="4800" spc="550" dirty="0">
                <a:solidFill>
                  <a:srgbClr val="2E4E2B"/>
                </a:solidFill>
                <a:latin typeface="Arial MT"/>
                <a:cs typeface="Arial MT"/>
              </a:rPr>
              <a:t>Identify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90" dirty="0">
                <a:solidFill>
                  <a:srgbClr val="2E4E2B"/>
                </a:solidFill>
                <a:latin typeface="Arial MT"/>
                <a:cs typeface="Arial MT"/>
              </a:rPr>
              <a:t>highest-</a:t>
            </a:r>
            <a:r>
              <a:rPr sz="4800" spc="465" dirty="0">
                <a:solidFill>
                  <a:srgbClr val="2E4E2B"/>
                </a:solidFill>
                <a:latin typeface="Arial MT"/>
                <a:cs typeface="Arial MT"/>
              </a:rPr>
              <a:t>priced </a:t>
            </a:r>
            <a:r>
              <a:rPr sz="4800" spc="325" dirty="0">
                <a:solidFill>
                  <a:srgbClr val="2E4E2B"/>
                </a:solidFill>
                <a:latin typeface="Arial MT"/>
                <a:cs typeface="Arial MT"/>
              </a:rPr>
              <a:t>pizza.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2295" y="2159294"/>
            <a:ext cx="11306174" cy="4819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6926" y="7689843"/>
            <a:ext cx="6029324" cy="19240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3996" y="65627"/>
            <a:ext cx="11473815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4370705" marR="5080" indent="-4358640">
              <a:lnSpc>
                <a:spcPct val="76000"/>
              </a:lnSpc>
              <a:spcBef>
                <a:spcPts val="1510"/>
              </a:spcBef>
            </a:pPr>
            <a:r>
              <a:rPr sz="4800" spc="550" dirty="0">
                <a:solidFill>
                  <a:srgbClr val="2E4E2B"/>
                </a:solidFill>
                <a:latin typeface="Arial MT"/>
                <a:cs typeface="Arial MT"/>
              </a:rPr>
              <a:t>Identify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35" dirty="0">
                <a:solidFill>
                  <a:srgbClr val="2E4E2B"/>
                </a:solidFill>
                <a:latin typeface="Arial MT"/>
                <a:cs typeface="Arial MT"/>
              </a:rPr>
              <a:t>most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09" dirty="0">
                <a:solidFill>
                  <a:srgbClr val="2E4E2B"/>
                </a:solidFill>
                <a:latin typeface="Arial MT"/>
                <a:cs typeface="Arial MT"/>
              </a:rPr>
              <a:t>common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90" dirty="0">
                <a:solidFill>
                  <a:srgbClr val="2E4E2B"/>
                </a:solidFill>
                <a:latin typeface="Arial MT"/>
                <a:cs typeface="Arial MT"/>
              </a:rPr>
              <a:t>pizza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270" dirty="0">
                <a:solidFill>
                  <a:srgbClr val="2E4E2B"/>
                </a:solidFill>
                <a:latin typeface="Arial MT"/>
                <a:cs typeface="Arial MT"/>
              </a:rPr>
              <a:t>size </a:t>
            </a:r>
            <a:r>
              <a:rPr sz="4800" spc="430" dirty="0">
                <a:solidFill>
                  <a:srgbClr val="2E4E2B"/>
                </a:solidFill>
                <a:latin typeface="Arial MT"/>
                <a:cs typeface="Arial MT"/>
              </a:rPr>
              <a:t>ordered.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0517" y="1864458"/>
            <a:ext cx="11096624" cy="49148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8345" y="7016915"/>
            <a:ext cx="6353174" cy="2905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19601" y="72173"/>
            <a:ext cx="10443845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 marR="5080" indent="71120">
              <a:lnSpc>
                <a:spcPct val="76000"/>
              </a:lnSpc>
              <a:spcBef>
                <a:spcPts val="1510"/>
              </a:spcBef>
            </a:pPr>
            <a:r>
              <a:rPr sz="4800" spc="445" dirty="0">
                <a:solidFill>
                  <a:srgbClr val="2E4E2B"/>
                </a:solidFill>
                <a:latin typeface="Arial MT"/>
                <a:cs typeface="Arial MT"/>
              </a:rPr>
              <a:t>List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55" dirty="0">
                <a:solidFill>
                  <a:srgbClr val="2E4E2B"/>
                </a:solidFill>
                <a:latin typeface="Arial MT"/>
                <a:cs typeface="Arial MT"/>
              </a:rPr>
              <a:t>top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265" dirty="0">
                <a:solidFill>
                  <a:srgbClr val="2E4E2B"/>
                </a:solidFill>
                <a:latin typeface="Arial MT"/>
                <a:cs typeface="Arial MT"/>
              </a:rPr>
              <a:t>5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35" dirty="0">
                <a:solidFill>
                  <a:srgbClr val="2E4E2B"/>
                </a:solidFill>
                <a:latin typeface="Arial MT"/>
                <a:cs typeface="Arial MT"/>
              </a:rPr>
              <a:t>most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95" dirty="0">
                <a:solidFill>
                  <a:srgbClr val="2E4E2B"/>
                </a:solidFill>
                <a:latin typeface="Arial MT"/>
                <a:cs typeface="Arial MT"/>
              </a:rPr>
              <a:t>ordered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80" dirty="0">
                <a:solidFill>
                  <a:srgbClr val="2E4E2B"/>
                </a:solidFill>
                <a:latin typeface="Arial MT"/>
                <a:cs typeface="Arial MT"/>
              </a:rPr>
              <a:t>pizza </a:t>
            </a:r>
            <a:r>
              <a:rPr sz="4800" spc="434" dirty="0">
                <a:solidFill>
                  <a:srgbClr val="2E4E2B"/>
                </a:solidFill>
                <a:latin typeface="Arial MT"/>
                <a:cs typeface="Arial MT"/>
              </a:rPr>
              <a:t>types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70" dirty="0">
                <a:solidFill>
                  <a:srgbClr val="2E4E2B"/>
                </a:solidFill>
                <a:latin typeface="Arial MT"/>
                <a:cs typeface="Arial MT"/>
              </a:rPr>
              <a:t>along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10" dirty="0">
                <a:solidFill>
                  <a:srgbClr val="2E4E2B"/>
                </a:solidFill>
                <a:latin typeface="Arial MT"/>
                <a:cs typeface="Arial MT"/>
              </a:rPr>
              <a:t>with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65" dirty="0">
                <a:solidFill>
                  <a:srgbClr val="2E4E2B"/>
                </a:solidFill>
                <a:latin typeface="Arial MT"/>
                <a:cs typeface="Arial MT"/>
              </a:rPr>
              <a:t>their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40" dirty="0">
                <a:solidFill>
                  <a:srgbClr val="2E4E2B"/>
                </a:solidFill>
                <a:latin typeface="Arial MT"/>
                <a:cs typeface="Arial MT"/>
              </a:rPr>
              <a:t>quantities.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0517" y="2018067"/>
            <a:ext cx="11010899" cy="4933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8600" y="7141595"/>
            <a:ext cx="6048374" cy="2790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3888" y="34925"/>
            <a:ext cx="11294110" cy="186182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 marR="5080" algn="ctr">
              <a:lnSpc>
                <a:spcPct val="76000"/>
              </a:lnSpc>
              <a:spcBef>
                <a:spcPts val="1510"/>
              </a:spcBef>
            </a:pPr>
            <a:r>
              <a:rPr sz="4800" spc="425" dirty="0">
                <a:solidFill>
                  <a:srgbClr val="2E4E2B"/>
                </a:solidFill>
                <a:latin typeface="Arial MT"/>
                <a:cs typeface="Arial MT"/>
              </a:rPr>
              <a:t>Join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05" dirty="0">
                <a:solidFill>
                  <a:srgbClr val="2E4E2B"/>
                </a:solidFill>
                <a:latin typeface="Arial MT"/>
                <a:cs typeface="Arial MT"/>
              </a:rPr>
              <a:t>necessary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34" dirty="0">
                <a:solidFill>
                  <a:srgbClr val="2E4E2B"/>
                </a:solidFill>
                <a:latin typeface="Arial MT"/>
                <a:cs typeface="Arial MT"/>
              </a:rPr>
              <a:t>tables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720" dirty="0">
                <a:solidFill>
                  <a:srgbClr val="2E4E2B"/>
                </a:solidFill>
                <a:latin typeface="Arial MT"/>
                <a:cs typeface="Arial MT"/>
              </a:rPr>
              <a:t>to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85" dirty="0">
                <a:solidFill>
                  <a:srgbClr val="2E4E2B"/>
                </a:solidFill>
                <a:latin typeface="Arial MT"/>
                <a:cs typeface="Arial MT"/>
              </a:rPr>
              <a:t>find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80" dirty="0">
                <a:solidFill>
                  <a:srgbClr val="2E4E2B"/>
                </a:solidFill>
                <a:latin typeface="Arial MT"/>
                <a:cs typeface="Arial MT"/>
              </a:rPr>
              <a:t>the </a:t>
            </a:r>
            <a:r>
              <a:rPr sz="4800" spc="640" dirty="0">
                <a:solidFill>
                  <a:srgbClr val="2E4E2B"/>
                </a:solidFill>
                <a:latin typeface="Arial MT"/>
                <a:cs typeface="Arial MT"/>
              </a:rPr>
              <a:t>total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65" dirty="0">
                <a:solidFill>
                  <a:srgbClr val="2E4E2B"/>
                </a:solidFill>
                <a:latin typeface="Arial MT"/>
                <a:cs typeface="Arial MT"/>
              </a:rPr>
              <a:t>quantity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75" dirty="0">
                <a:solidFill>
                  <a:srgbClr val="2E4E2B"/>
                </a:solidFill>
                <a:latin typeface="Arial MT"/>
                <a:cs typeface="Arial MT"/>
              </a:rPr>
              <a:t>of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10" dirty="0">
                <a:solidFill>
                  <a:srgbClr val="2E4E2B"/>
                </a:solidFill>
                <a:latin typeface="Arial MT"/>
                <a:cs typeface="Arial MT"/>
              </a:rPr>
              <a:t>each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80" dirty="0">
                <a:solidFill>
                  <a:srgbClr val="2E4E2B"/>
                </a:solidFill>
                <a:latin typeface="Arial MT"/>
                <a:cs typeface="Arial MT"/>
              </a:rPr>
              <a:t>pizza </a:t>
            </a:r>
            <a:r>
              <a:rPr sz="4800" spc="490" dirty="0">
                <a:solidFill>
                  <a:srgbClr val="2E4E2B"/>
                </a:solidFill>
                <a:latin typeface="Arial MT"/>
                <a:cs typeface="Arial MT"/>
              </a:rPr>
              <a:t>category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30" dirty="0">
                <a:solidFill>
                  <a:srgbClr val="2E4E2B"/>
                </a:solidFill>
                <a:latin typeface="Arial MT"/>
                <a:cs typeface="Arial MT"/>
              </a:rPr>
              <a:t>ordered.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69249" y="1431563"/>
            <a:ext cx="10010774" cy="2924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517" y="4595095"/>
            <a:ext cx="6581774" cy="26098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348" y="4595095"/>
            <a:ext cx="6705599" cy="2581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1928" y="7440521"/>
            <a:ext cx="6467474" cy="2771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45665" y="76219"/>
            <a:ext cx="9331325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652780" marR="5080" indent="-640715">
              <a:lnSpc>
                <a:spcPct val="76000"/>
              </a:lnSpc>
              <a:spcBef>
                <a:spcPts val="1510"/>
              </a:spcBef>
            </a:pPr>
            <a:r>
              <a:rPr sz="4800" spc="475" dirty="0">
                <a:solidFill>
                  <a:srgbClr val="2E4E2B"/>
                </a:solidFill>
                <a:latin typeface="Arial MT"/>
                <a:cs typeface="Arial MT"/>
              </a:rPr>
              <a:t>Determine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65" dirty="0">
                <a:solidFill>
                  <a:srgbClr val="2E4E2B"/>
                </a:solidFill>
                <a:latin typeface="Arial MT"/>
                <a:cs typeface="Arial MT"/>
              </a:rPr>
              <a:t>distribution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50" dirty="0">
                <a:solidFill>
                  <a:srgbClr val="2E4E2B"/>
                </a:solidFill>
                <a:latin typeface="Arial MT"/>
                <a:cs typeface="Arial MT"/>
              </a:rPr>
              <a:t>of </a:t>
            </a:r>
            <a:r>
              <a:rPr sz="4800" spc="465" dirty="0">
                <a:solidFill>
                  <a:srgbClr val="2E4E2B"/>
                </a:solidFill>
                <a:latin typeface="Arial MT"/>
                <a:cs typeface="Arial MT"/>
              </a:rPr>
              <a:t>orders</a:t>
            </a:r>
            <a:r>
              <a:rPr sz="4800" spc="-37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80" dirty="0">
                <a:solidFill>
                  <a:srgbClr val="2E4E2B"/>
                </a:solidFill>
                <a:latin typeface="Arial MT"/>
                <a:cs typeface="Arial MT"/>
              </a:rPr>
              <a:t>by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35" dirty="0">
                <a:solidFill>
                  <a:srgbClr val="2E4E2B"/>
                </a:solidFill>
                <a:latin typeface="Arial MT"/>
                <a:cs typeface="Arial MT"/>
              </a:rPr>
              <a:t>hour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75" dirty="0">
                <a:solidFill>
                  <a:srgbClr val="2E4E2B"/>
                </a:solidFill>
                <a:latin typeface="Arial MT"/>
                <a:cs typeface="Arial MT"/>
              </a:rPr>
              <a:t>of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05" dirty="0">
                <a:solidFill>
                  <a:srgbClr val="2E4E2B"/>
                </a:solidFill>
                <a:latin typeface="Arial MT"/>
                <a:cs typeface="Arial MT"/>
              </a:rPr>
              <a:t>day.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94861" y="2943090"/>
            <a:ext cx="12163423" cy="14001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5598" y="5143500"/>
            <a:ext cx="7124699" cy="38576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1163" y="34925"/>
            <a:ext cx="9641840" cy="186182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 marR="5080" algn="ctr">
              <a:lnSpc>
                <a:spcPct val="76000"/>
              </a:lnSpc>
              <a:spcBef>
                <a:spcPts val="1510"/>
              </a:spcBef>
            </a:pPr>
            <a:r>
              <a:rPr sz="4800" spc="425" dirty="0">
                <a:solidFill>
                  <a:srgbClr val="2E4E2B"/>
                </a:solidFill>
                <a:latin typeface="Arial MT"/>
                <a:cs typeface="Arial MT"/>
              </a:rPr>
              <a:t>Join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75" dirty="0">
                <a:solidFill>
                  <a:srgbClr val="2E4E2B"/>
                </a:solidFill>
                <a:latin typeface="Arial MT"/>
                <a:cs typeface="Arial MT"/>
              </a:rPr>
              <a:t>relevant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34" dirty="0">
                <a:solidFill>
                  <a:srgbClr val="2E4E2B"/>
                </a:solidFill>
                <a:latin typeface="Arial MT"/>
                <a:cs typeface="Arial MT"/>
              </a:rPr>
              <a:t>tables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720" dirty="0">
                <a:solidFill>
                  <a:srgbClr val="2E4E2B"/>
                </a:solidFill>
                <a:latin typeface="Arial MT"/>
                <a:cs typeface="Arial MT"/>
              </a:rPr>
              <a:t>to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85" dirty="0">
                <a:solidFill>
                  <a:srgbClr val="2E4E2B"/>
                </a:solidFill>
                <a:latin typeface="Arial MT"/>
                <a:cs typeface="Arial MT"/>
              </a:rPr>
              <a:t>find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80" dirty="0">
                <a:solidFill>
                  <a:srgbClr val="2E4E2B"/>
                </a:solidFill>
                <a:latin typeface="Arial MT"/>
                <a:cs typeface="Arial MT"/>
              </a:rPr>
              <a:t>the </a:t>
            </a:r>
            <a:r>
              <a:rPr sz="4800" spc="520" dirty="0">
                <a:solidFill>
                  <a:srgbClr val="2E4E2B"/>
                </a:solidFill>
                <a:latin typeface="Arial MT"/>
                <a:cs typeface="Arial MT"/>
              </a:rPr>
              <a:t>category-</a:t>
            </a:r>
            <a:r>
              <a:rPr sz="4800" spc="355" dirty="0">
                <a:solidFill>
                  <a:srgbClr val="2E4E2B"/>
                </a:solidFill>
                <a:latin typeface="Arial MT"/>
                <a:cs typeface="Arial MT"/>
              </a:rPr>
              <a:t>wise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65" dirty="0">
                <a:solidFill>
                  <a:srgbClr val="2E4E2B"/>
                </a:solidFill>
                <a:latin typeface="Arial MT"/>
                <a:cs typeface="Arial MT"/>
              </a:rPr>
              <a:t>distribution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50" dirty="0">
                <a:solidFill>
                  <a:srgbClr val="2E4E2B"/>
                </a:solidFill>
                <a:latin typeface="Arial MT"/>
                <a:cs typeface="Arial MT"/>
              </a:rPr>
              <a:t>of </a:t>
            </a:r>
            <a:r>
              <a:rPr sz="4800" spc="285" dirty="0">
                <a:solidFill>
                  <a:srgbClr val="2E4E2B"/>
                </a:solidFill>
                <a:latin typeface="Arial MT"/>
                <a:cs typeface="Arial MT"/>
              </a:rPr>
              <a:t>pizzas.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8332" y="2698899"/>
            <a:ext cx="11106149" cy="4114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395" y="7072618"/>
            <a:ext cx="6276974" cy="17240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4750" y="587375"/>
            <a:ext cx="10238740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465580" marR="30480" indent="-1428115">
              <a:lnSpc>
                <a:spcPct val="76000"/>
              </a:lnSpc>
              <a:spcBef>
                <a:spcPts val="1510"/>
              </a:spcBef>
            </a:pPr>
            <a:r>
              <a:rPr sz="4800" spc="295" dirty="0">
                <a:solidFill>
                  <a:srgbClr val="2E4E2B"/>
                </a:solidFill>
                <a:latin typeface="Arial MT"/>
                <a:cs typeface="Arial MT"/>
              </a:rPr>
              <a:t>c</a:t>
            </a:r>
            <a:r>
              <a:rPr sz="4800" spc="-108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7200" spc="-195" baseline="50000" dirty="0">
                <a:solidFill>
                  <a:srgbClr val="2E4E2B"/>
                </a:solidFill>
                <a:latin typeface="Arial MT"/>
                <a:cs typeface="Arial MT"/>
              </a:rPr>
              <a:t>G</a:t>
            </a:r>
            <a:r>
              <a:rPr sz="4800" spc="-3565" dirty="0">
                <a:solidFill>
                  <a:srgbClr val="2E4E2B"/>
                </a:solidFill>
                <a:latin typeface="Arial MT"/>
                <a:cs typeface="Arial MT"/>
              </a:rPr>
              <a:t>c</a:t>
            </a:r>
            <a:r>
              <a:rPr sz="4800" spc="690" dirty="0">
                <a:solidFill>
                  <a:srgbClr val="2E4E2B"/>
                </a:solidFill>
                <a:latin typeface="Arial MT"/>
                <a:cs typeface="Arial MT"/>
              </a:rPr>
              <a:t>l</a:t>
            </a:r>
            <a:r>
              <a:rPr sz="7200" spc="419" baseline="50000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4800" spc="-2385" dirty="0">
                <a:solidFill>
                  <a:srgbClr val="2E4E2B"/>
                </a:solidFill>
                <a:latin typeface="Arial MT"/>
                <a:cs typeface="Arial MT"/>
              </a:rPr>
              <a:t>u</a:t>
            </a:r>
            <a:r>
              <a:rPr sz="7200" spc="359" baseline="50000" dirty="0">
                <a:solidFill>
                  <a:srgbClr val="2E4E2B"/>
                </a:solidFill>
                <a:latin typeface="Arial MT"/>
                <a:cs typeface="Arial MT"/>
              </a:rPr>
              <a:t>o</a:t>
            </a:r>
            <a:r>
              <a:rPr sz="4800" spc="-735" dirty="0">
                <a:solidFill>
                  <a:srgbClr val="2E4E2B"/>
                </a:solidFill>
                <a:latin typeface="Arial MT"/>
                <a:cs typeface="Arial MT"/>
              </a:rPr>
              <a:t>l</a:t>
            </a:r>
            <a:r>
              <a:rPr sz="7200" spc="-1597" baseline="50000" dirty="0">
                <a:solidFill>
                  <a:srgbClr val="2E4E2B"/>
                </a:solidFill>
                <a:latin typeface="Arial MT"/>
                <a:cs typeface="Arial MT"/>
              </a:rPr>
              <a:t>u</a:t>
            </a:r>
            <a:r>
              <a:rPr sz="4800" spc="-95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7200" spc="-1860" baseline="50000" dirty="0">
                <a:solidFill>
                  <a:srgbClr val="2E4E2B"/>
                </a:solidFill>
                <a:latin typeface="Arial MT"/>
                <a:cs typeface="Arial MT"/>
              </a:rPr>
              <a:t>p</a:t>
            </a:r>
            <a:r>
              <a:rPr sz="4800" spc="295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4800" spc="-19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7200" spc="442" baseline="5000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7200" spc="-2182" baseline="50000" dirty="0">
                <a:solidFill>
                  <a:srgbClr val="2E4E2B"/>
                </a:solidFill>
                <a:latin typeface="Arial MT"/>
                <a:cs typeface="Arial MT"/>
              </a:rPr>
              <a:t>h</a:t>
            </a:r>
            <a:r>
              <a:rPr sz="4800" spc="155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7200" spc="-3284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295" dirty="0">
                <a:solidFill>
                  <a:srgbClr val="2E4E2B"/>
                </a:solidFill>
                <a:latin typeface="Arial MT"/>
                <a:cs typeface="Arial MT"/>
              </a:rPr>
              <a:t>h</a:t>
            </a:r>
            <a:r>
              <a:rPr sz="4800" spc="-19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7200" spc="442" baseline="50000" dirty="0">
                <a:solidFill>
                  <a:srgbClr val="2E4E2B"/>
                </a:solidFill>
                <a:latin typeface="Arial MT"/>
                <a:cs typeface="Arial MT"/>
              </a:rPr>
              <a:t>o</a:t>
            </a:r>
            <a:r>
              <a:rPr sz="7200" spc="-1829" baseline="50000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4800" spc="-434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7200" spc="-2579" baseline="50000" dirty="0">
                <a:solidFill>
                  <a:srgbClr val="2E4E2B"/>
                </a:solidFill>
                <a:latin typeface="Arial MT"/>
                <a:cs typeface="Arial MT"/>
              </a:rPr>
              <a:t>d</a:t>
            </a:r>
            <a:r>
              <a:rPr sz="4800" spc="-65" dirty="0">
                <a:solidFill>
                  <a:srgbClr val="2E4E2B"/>
                </a:solidFill>
                <a:latin typeface="Arial MT"/>
                <a:cs typeface="Arial MT"/>
              </a:rPr>
              <a:t>v</a:t>
            </a:r>
            <a:r>
              <a:rPr sz="7200" spc="-3015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-95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7200" spc="-1522" baseline="50000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4800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7200" spc="-2557" baseline="50000" dirty="0">
                <a:solidFill>
                  <a:srgbClr val="2E4E2B"/>
                </a:solidFill>
                <a:latin typeface="Arial MT"/>
                <a:cs typeface="Arial MT"/>
              </a:rPr>
              <a:t>s</a:t>
            </a:r>
            <a:r>
              <a:rPr sz="4800" spc="295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4800" spc="-2355" dirty="0">
                <a:solidFill>
                  <a:srgbClr val="2E4E2B"/>
                </a:solidFill>
                <a:latin typeface="Arial MT"/>
                <a:cs typeface="Arial MT"/>
              </a:rPr>
              <a:t>g</a:t>
            </a:r>
            <a:r>
              <a:rPr sz="7200" spc="390" baseline="50000" dirty="0">
                <a:solidFill>
                  <a:srgbClr val="2E4E2B"/>
                </a:solidFill>
                <a:latin typeface="Arial MT"/>
                <a:cs typeface="Arial MT"/>
              </a:rPr>
              <a:t>b</a:t>
            </a:r>
            <a:r>
              <a:rPr sz="4800" spc="-2365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7200" spc="442" baseline="50000" dirty="0">
                <a:solidFill>
                  <a:srgbClr val="2E4E2B"/>
                </a:solidFill>
                <a:latin typeface="Arial MT"/>
                <a:cs typeface="Arial MT"/>
              </a:rPr>
              <a:t>y</a:t>
            </a:r>
            <a:r>
              <a:rPr sz="7200" spc="1800" baseline="5000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7200" spc="-7" baseline="50000" dirty="0">
                <a:solidFill>
                  <a:srgbClr val="2E4E2B"/>
                </a:solidFill>
                <a:latin typeface="Arial MT"/>
                <a:cs typeface="Arial MT"/>
              </a:rPr>
              <a:t>d</a:t>
            </a:r>
            <a:r>
              <a:rPr sz="4800" spc="-5305" dirty="0">
                <a:solidFill>
                  <a:srgbClr val="2E4E2B"/>
                </a:solidFill>
                <a:latin typeface="Arial MT"/>
                <a:cs typeface="Arial MT"/>
              </a:rPr>
              <a:t>u</a:t>
            </a:r>
            <a:r>
              <a:rPr sz="4800" spc="50" dirty="0">
                <a:solidFill>
                  <a:srgbClr val="2E4E2B"/>
                </a:solidFill>
                <a:latin typeface="Arial MT"/>
                <a:cs typeface="Arial MT"/>
              </a:rPr>
              <a:t>n</a:t>
            </a:r>
            <a:r>
              <a:rPr sz="7200" spc="15" baseline="5000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7200" spc="-1725" baseline="5000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4800" spc="-2185" dirty="0">
                <a:solidFill>
                  <a:srgbClr val="2E4E2B"/>
                </a:solidFill>
                <a:latin typeface="Arial MT"/>
                <a:cs typeface="Arial MT"/>
              </a:rPr>
              <a:t>m</a:t>
            </a:r>
            <a:r>
              <a:rPr sz="7200" spc="-509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-1540" dirty="0">
                <a:solidFill>
                  <a:srgbClr val="2E4E2B"/>
                </a:solidFill>
                <a:latin typeface="Arial MT"/>
                <a:cs typeface="Arial MT"/>
              </a:rPr>
              <a:t>b</a:t>
            </a:r>
            <a:r>
              <a:rPr sz="7200" spc="-1470" baseline="5000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4800" spc="-1685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7200" spc="-1627" baseline="50000" dirty="0">
                <a:solidFill>
                  <a:srgbClr val="2E4E2B"/>
                </a:solidFill>
                <a:latin typeface="Arial MT"/>
                <a:cs typeface="Arial MT"/>
              </a:rPr>
              <a:t>n</a:t>
            </a:r>
            <a:r>
              <a:rPr sz="4800" spc="-635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7200" spc="-1507" baseline="50000" dirty="0">
                <a:solidFill>
                  <a:srgbClr val="2E4E2B"/>
                </a:solidFill>
                <a:latin typeface="Arial MT"/>
                <a:cs typeface="Arial MT"/>
              </a:rPr>
              <a:t>d</a:t>
            </a:r>
            <a:r>
              <a:rPr sz="4800" spc="30" dirty="0">
                <a:solidFill>
                  <a:srgbClr val="2E4E2B"/>
                </a:solidFill>
                <a:latin typeface="Arial MT"/>
                <a:cs typeface="Arial MT"/>
              </a:rPr>
              <a:t>o</a:t>
            </a:r>
            <a:r>
              <a:rPr sz="4800" spc="95" dirty="0">
                <a:solidFill>
                  <a:srgbClr val="2E4E2B"/>
                </a:solidFill>
                <a:latin typeface="Arial MT"/>
                <a:cs typeface="Arial MT"/>
              </a:rPr>
              <a:t>f</a:t>
            </a:r>
            <a:r>
              <a:rPr sz="4800" spc="72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40" dirty="0">
                <a:solidFill>
                  <a:srgbClr val="2E4E2B"/>
                </a:solidFill>
                <a:latin typeface="Arial MT"/>
                <a:cs typeface="Arial MT"/>
              </a:rPr>
              <a:t>pizzas</a:t>
            </a:r>
            <a:r>
              <a:rPr sz="4800" spc="-37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84" dirty="0">
                <a:solidFill>
                  <a:srgbClr val="2E4E2B"/>
                </a:solidFill>
                <a:latin typeface="Arial MT"/>
                <a:cs typeface="Arial MT"/>
              </a:rPr>
              <a:t>ordered </a:t>
            </a:r>
            <a:r>
              <a:rPr sz="4800" spc="490" dirty="0">
                <a:solidFill>
                  <a:srgbClr val="2E4E2B"/>
                </a:solidFill>
                <a:latin typeface="Arial MT"/>
                <a:cs typeface="Arial MT"/>
              </a:rPr>
              <a:t>per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05" dirty="0">
                <a:solidFill>
                  <a:srgbClr val="2E4E2B"/>
                </a:solidFill>
                <a:latin typeface="Arial MT"/>
                <a:cs typeface="Arial MT"/>
              </a:rPr>
              <a:t>day.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69249" y="1719580"/>
            <a:ext cx="9753599" cy="4829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6729" y="6943475"/>
            <a:ext cx="7839075" cy="24288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69627" y="-3145"/>
            <a:ext cx="10535285" cy="128841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678180" marR="5080" indent="-666115">
              <a:lnSpc>
                <a:spcPct val="76000"/>
              </a:lnSpc>
              <a:spcBef>
                <a:spcPts val="1480"/>
              </a:spcBef>
            </a:pPr>
            <a:r>
              <a:rPr sz="4700" spc="490" dirty="0">
                <a:solidFill>
                  <a:srgbClr val="2E4E2B"/>
                </a:solidFill>
                <a:latin typeface="Arial MT"/>
                <a:cs typeface="Arial MT"/>
              </a:rPr>
              <a:t>Determine</a:t>
            </a:r>
            <a:r>
              <a:rPr sz="47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53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7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665" dirty="0">
                <a:solidFill>
                  <a:srgbClr val="2E4E2B"/>
                </a:solidFill>
                <a:latin typeface="Arial MT"/>
                <a:cs typeface="Arial MT"/>
              </a:rPr>
              <a:t>top</a:t>
            </a:r>
            <a:r>
              <a:rPr sz="47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365" dirty="0">
                <a:solidFill>
                  <a:srgbClr val="2E4E2B"/>
                </a:solidFill>
                <a:latin typeface="Arial MT"/>
                <a:cs typeface="Arial MT"/>
              </a:rPr>
              <a:t>3</a:t>
            </a:r>
            <a:r>
              <a:rPr sz="47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545" dirty="0">
                <a:solidFill>
                  <a:srgbClr val="2E4E2B"/>
                </a:solidFill>
                <a:latin typeface="Arial MT"/>
                <a:cs typeface="Arial MT"/>
              </a:rPr>
              <a:t>most</a:t>
            </a:r>
            <a:r>
              <a:rPr sz="47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500" dirty="0">
                <a:solidFill>
                  <a:srgbClr val="2E4E2B"/>
                </a:solidFill>
                <a:latin typeface="Arial MT"/>
                <a:cs typeface="Arial MT"/>
              </a:rPr>
              <a:t>ordered </a:t>
            </a:r>
            <a:r>
              <a:rPr sz="4700" spc="390" dirty="0">
                <a:solidFill>
                  <a:srgbClr val="2E4E2B"/>
                </a:solidFill>
                <a:latin typeface="Arial MT"/>
                <a:cs typeface="Arial MT"/>
              </a:rPr>
              <a:t>pizza</a:t>
            </a:r>
            <a:r>
              <a:rPr sz="47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440" dirty="0">
                <a:solidFill>
                  <a:srgbClr val="2E4E2B"/>
                </a:solidFill>
                <a:latin typeface="Arial MT"/>
                <a:cs typeface="Arial MT"/>
              </a:rPr>
              <a:t>types</a:t>
            </a:r>
            <a:r>
              <a:rPr sz="47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345" dirty="0">
                <a:solidFill>
                  <a:srgbClr val="2E4E2B"/>
                </a:solidFill>
                <a:latin typeface="Arial MT"/>
                <a:cs typeface="Arial MT"/>
              </a:rPr>
              <a:t>based</a:t>
            </a:r>
            <a:r>
              <a:rPr sz="47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495" dirty="0">
                <a:solidFill>
                  <a:srgbClr val="2E4E2B"/>
                </a:solidFill>
                <a:latin typeface="Arial MT"/>
                <a:cs typeface="Arial MT"/>
              </a:rPr>
              <a:t>on</a:t>
            </a:r>
            <a:r>
              <a:rPr sz="47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700" spc="350" dirty="0">
                <a:solidFill>
                  <a:srgbClr val="2E4E2B"/>
                </a:solidFill>
                <a:latin typeface="Arial MT"/>
                <a:cs typeface="Arial MT"/>
              </a:rPr>
              <a:t>revenue.</a:t>
            </a:r>
            <a:endParaRPr sz="4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89508" y="2222012"/>
            <a:ext cx="10534649" cy="6248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2854" y="6290993"/>
            <a:ext cx="5362574" cy="32384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3594" y="624623"/>
            <a:ext cx="10695940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3131820" marR="30480" indent="-3094355">
              <a:lnSpc>
                <a:spcPct val="76000"/>
              </a:lnSpc>
              <a:spcBef>
                <a:spcPts val="1510"/>
              </a:spcBef>
            </a:pPr>
            <a:r>
              <a:rPr sz="4800" spc="280" dirty="0">
                <a:solidFill>
                  <a:srgbClr val="2E4E2B"/>
                </a:solidFill>
                <a:latin typeface="Arial MT"/>
                <a:cs typeface="Arial MT"/>
              </a:rPr>
              <a:t>con</a:t>
            </a:r>
            <a:r>
              <a:rPr sz="4800" spc="-14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7200" spc="-209" baseline="50000" dirty="0">
                <a:solidFill>
                  <a:srgbClr val="2E4E2B"/>
                </a:solidFill>
                <a:latin typeface="Arial MT"/>
                <a:cs typeface="Arial MT"/>
              </a:rPr>
              <a:t>C</a:t>
            </a:r>
            <a:r>
              <a:rPr sz="4800" spc="-2300" dirty="0">
                <a:solidFill>
                  <a:srgbClr val="2E4E2B"/>
                </a:solidFill>
                <a:latin typeface="Arial MT"/>
                <a:cs typeface="Arial MT"/>
              </a:rPr>
              <a:t>i</a:t>
            </a:r>
            <a:r>
              <a:rPr sz="4800" spc="685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7200" spc="-1957" baseline="5000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4800" spc="-944" dirty="0">
                <a:solidFill>
                  <a:srgbClr val="2E4E2B"/>
                </a:solidFill>
                <a:latin typeface="Arial MT"/>
                <a:cs typeface="Arial MT"/>
              </a:rPr>
              <a:t>b</a:t>
            </a:r>
            <a:r>
              <a:rPr sz="7200" spc="247" baseline="50000" dirty="0">
                <a:solidFill>
                  <a:srgbClr val="2E4E2B"/>
                </a:solidFill>
                <a:latin typeface="Arial MT"/>
                <a:cs typeface="Arial MT"/>
              </a:rPr>
              <a:t>l</a:t>
            </a:r>
            <a:r>
              <a:rPr sz="4800" spc="-2265" dirty="0">
                <a:solidFill>
                  <a:srgbClr val="2E4E2B"/>
                </a:solidFill>
                <a:latin typeface="Arial MT"/>
                <a:cs typeface="Arial MT"/>
              </a:rPr>
              <a:t>u</a:t>
            </a:r>
            <a:r>
              <a:rPr sz="7200" spc="419" baseline="50000" dirty="0">
                <a:solidFill>
                  <a:srgbClr val="2E4E2B"/>
                </a:solidFill>
                <a:latin typeface="Arial MT"/>
                <a:cs typeface="Arial MT"/>
              </a:rPr>
              <a:t>c</a:t>
            </a:r>
            <a:r>
              <a:rPr sz="7200" spc="-352" baseline="50000" dirty="0">
                <a:solidFill>
                  <a:srgbClr val="2E4E2B"/>
                </a:solidFill>
                <a:latin typeface="Arial MT"/>
                <a:cs typeface="Arial MT"/>
              </a:rPr>
              <a:t>u</a:t>
            </a:r>
            <a:r>
              <a:rPr sz="4800" spc="-2265" dirty="0">
                <a:solidFill>
                  <a:srgbClr val="2E4E2B"/>
                </a:solidFill>
                <a:latin typeface="Arial MT"/>
                <a:cs typeface="Arial MT"/>
              </a:rPr>
              <a:t>i</a:t>
            </a:r>
            <a:r>
              <a:rPr sz="4800" spc="88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7200" spc="-179" baseline="50000" dirty="0">
                <a:solidFill>
                  <a:srgbClr val="2E4E2B"/>
                </a:solidFill>
                <a:latin typeface="Arial MT"/>
                <a:cs typeface="Arial MT"/>
              </a:rPr>
              <a:t>l</a:t>
            </a:r>
            <a:r>
              <a:rPr sz="4800" spc="-1905" dirty="0">
                <a:solidFill>
                  <a:srgbClr val="2E4E2B"/>
                </a:solidFill>
                <a:latin typeface="Arial MT"/>
                <a:cs typeface="Arial MT"/>
              </a:rPr>
              <a:t>o</a:t>
            </a:r>
            <a:r>
              <a:rPr sz="7200" spc="-75" baseline="5000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4800" spc="-2100" dirty="0">
                <a:solidFill>
                  <a:srgbClr val="2E4E2B"/>
                </a:solidFill>
                <a:latin typeface="Arial MT"/>
                <a:cs typeface="Arial MT"/>
              </a:rPr>
              <a:t>n</a:t>
            </a:r>
            <a:r>
              <a:rPr sz="7200" spc="419" baseline="5000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7200" spc="-1597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-385" dirty="0">
                <a:solidFill>
                  <a:srgbClr val="2E4E2B"/>
                </a:solidFill>
                <a:latin typeface="Arial MT"/>
                <a:cs typeface="Arial MT"/>
              </a:rPr>
              <a:t>o</a:t>
            </a:r>
            <a:r>
              <a:rPr sz="7200" spc="-892" baseline="5000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4800" spc="-155" dirty="0">
                <a:solidFill>
                  <a:srgbClr val="2E4E2B"/>
                </a:solidFill>
                <a:latin typeface="Arial MT"/>
                <a:cs typeface="Arial MT"/>
              </a:rPr>
              <a:t>f</a:t>
            </a:r>
            <a:r>
              <a:rPr sz="7200" spc="-1477" baseline="50000" dirty="0">
                <a:solidFill>
                  <a:srgbClr val="2E4E2B"/>
                </a:solidFill>
                <a:latin typeface="Arial MT"/>
                <a:cs typeface="Arial MT"/>
              </a:rPr>
              <a:t>h</a:t>
            </a:r>
            <a:r>
              <a:rPr sz="4800" spc="-1065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7200" spc="-1597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-22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7200" spc="-2917" baseline="50000" dirty="0">
                <a:solidFill>
                  <a:srgbClr val="2E4E2B"/>
                </a:solidFill>
                <a:latin typeface="Arial MT"/>
                <a:cs typeface="Arial MT"/>
              </a:rPr>
              <a:t>p</a:t>
            </a:r>
            <a:r>
              <a:rPr sz="4800" spc="254" dirty="0">
                <a:solidFill>
                  <a:srgbClr val="2E4E2B"/>
                </a:solidFill>
                <a:latin typeface="Arial MT"/>
                <a:cs typeface="Arial MT"/>
              </a:rPr>
              <a:t>c</a:t>
            </a:r>
            <a:r>
              <a:rPr sz="7200" spc="-3584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90" dirty="0">
                <a:solidFill>
                  <a:srgbClr val="2E4E2B"/>
                </a:solidFill>
                <a:latin typeface="Arial MT"/>
                <a:cs typeface="Arial MT"/>
              </a:rPr>
              <a:t>h</a:t>
            </a:r>
            <a:r>
              <a:rPr sz="7200" spc="-757" baseline="50000" dirty="0">
                <a:solidFill>
                  <a:srgbClr val="2E4E2B"/>
                </a:solidFill>
                <a:latin typeface="Arial MT"/>
                <a:cs typeface="Arial MT"/>
              </a:rPr>
              <a:t>r</a:t>
            </a:r>
            <a:r>
              <a:rPr sz="4800" spc="-1465" dirty="0">
                <a:solidFill>
                  <a:srgbClr val="2E4E2B"/>
                </a:solidFill>
                <a:latin typeface="Arial MT"/>
                <a:cs typeface="Arial MT"/>
              </a:rPr>
              <a:t>p</a:t>
            </a:r>
            <a:r>
              <a:rPr sz="7200" spc="-397" baseline="50000" dirty="0">
                <a:solidFill>
                  <a:srgbClr val="2E4E2B"/>
                </a:solidFill>
                <a:latin typeface="Arial MT"/>
                <a:cs typeface="Arial MT"/>
              </a:rPr>
              <a:t>c</a:t>
            </a:r>
            <a:r>
              <a:rPr sz="4800" spc="-400" dirty="0">
                <a:solidFill>
                  <a:srgbClr val="2E4E2B"/>
                </a:solidFill>
                <a:latin typeface="Arial MT"/>
                <a:cs typeface="Arial MT"/>
              </a:rPr>
              <a:t>i</a:t>
            </a:r>
            <a:r>
              <a:rPr sz="7200" spc="-2197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-430" dirty="0">
                <a:solidFill>
                  <a:srgbClr val="2E4E2B"/>
                </a:solidFill>
                <a:latin typeface="Arial MT"/>
                <a:cs typeface="Arial MT"/>
              </a:rPr>
              <a:t>z</a:t>
            </a:r>
            <a:r>
              <a:rPr sz="7200" spc="-2595" baseline="50000" dirty="0">
                <a:solidFill>
                  <a:srgbClr val="2E4E2B"/>
                </a:solidFill>
                <a:latin typeface="Arial MT"/>
                <a:cs typeface="Arial MT"/>
              </a:rPr>
              <a:t>n</a:t>
            </a:r>
            <a:r>
              <a:rPr sz="4800" spc="-45" dirty="0">
                <a:solidFill>
                  <a:srgbClr val="2E4E2B"/>
                </a:solidFill>
                <a:latin typeface="Arial MT"/>
                <a:cs typeface="Arial MT"/>
              </a:rPr>
              <a:t>z</a:t>
            </a:r>
            <a:r>
              <a:rPr sz="7200" spc="-1282" baseline="50000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4800" spc="-695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7200" spc="-855" baseline="50000" dirty="0">
                <a:solidFill>
                  <a:srgbClr val="2E4E2B"/>
                </a:solidFill>
                <a:latin typeface="Arial MT"/>
                <a:cs typeface="Arial MT"/>
              </a:rPr>
              <a:t>a</a:t>
            </a:r>
            <a:r>
              <a:rPr sz="4800" spc="-509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7200" spc="-1957" baseline="50000" dirty="0">
                <a:solidFill>
                  <a:srgbClr val="2E4E2B"/>
                </a:solidFill>
                <a:latin typeface="Arial MT"/>
                <a:cs typeface="Arial MT"/>
              </a:rPr>
              <a:t>g</a:t>
            </a:r>
            <a:r>
              <a:rPr sz="4800" spc="-520" dirty="0">
                <a:solidFill>
                  <a:srgbClr val="2E4E2B"/>
                </a:solidFill>
                <a:latin typeface="Arial MT"/>
                <a:cs typeface="Arial MT"/>
              </a:rPr>
              <a:t>y</a:t>
            </a:r>
            <a:r>
              <a:rPr sz="7200" spc="-2332" baseline="50000" dirty="0">
                <a:solidFill>
                  <a:srgbClr val="2E4E2B"/>
                </a:solidFill>
                <a:latin typeface="Arial MT"/>
                <a:cs typeface="Arial MT"/>
              </a:rPr>
              <a:t>e</a:t>
            </a:r>
            <a:r>
              <a:rPr sz="4800" spc="280" dirty="0">
                <a:solidFill>
                  <a:srgbClr val="2E4E2B"/>
                </a:solidFill>
                <a:latin typeface="Arial MT"/>
                <a:cs typeface="Arial MT"/>
              </a:rPr>
              <a:t>pe</a:t>
            </a:r>
            <a:r>
              <a:rPr sz="4800" spc="2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-1285" dirty="0">
                <a:solidFill>
                  <a:srgbClr val="2E4E2B"/>
                </a:solidFill>
                <a:latin typeface="Arial MT"/>
                <a:cs typeface="Arial MT"/>
              </a:rPr>
              <a:t>t</a:t>
            </a:r>
            <a:r>
              <a:rPr sz="4800" spc="-1820" dirty="0">
                <a:solidFill>
                  <a:srgbClr val="2E4E2B"/>
                </a:solidFill>
                <a:latin typeface="Arial MT"/>
                <a:cs typeface="Arial MT"/>
              </a:rPr>
              <a:t>o</a:t>
            </a:r>
            <a:r>
              <a:rPr sz="4800" spc="640" dirty="0">
                <a:solidFill>
                  <a:srgbClr val="2E4E2B"/>
                </a:solidFill>
                <a:latin typeface="Arial MT"/>
                <a:cs typeface="Arial MT"/>
              </a:rPr>
              <a:t> total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40" dirty="0">
                <a:solidFill>
                  <a:srgbClr val="2E4E2B"/>
                </a:solidFill>
                <a:latin typeface="Arial MT"/>
                <a:cs typeface="Arial MT"/>
              </a:rPr>
              <a:t>revenue.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18496" y="2357305"/>
            <a:ext cx="13106397" cy="33337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3865" y="5898176"/>
            <a:ext cx="6048374" cy="33623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41444" y="5898176"/>
            <a:ext cx="6048374" cy="3343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99535" y="72173"/>
            <a:ext cx="10083800" cy="130937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743710" marR="5080" indent="-1731645">
              <a:lnSpc>
                <a:spcPct val="76000"/>
              </a:lnSpc>
              <a:spcBef>
                <a:spcPts val="1510"/>
              </a:spcBef>
            </a:pPr>
            <a:r>
              <a:rPr sz="4800" spc="385" dirty="0">
                <a:solidFill>
                  <a:srgbClr val="2E4E2B"/>
                </a:solidFill>
                <a:latin typeface="Arial MT"/>
                <a:cs typeface="Arial MT"/>
              </a:rPr>
              <a:t>Analyze</a:t>
            </a:r>
            <a:r>
              <a:rPr sz="48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84" dirty="0">
                <a:solidFill>
                  <a:srgbClr val="2E4E2B"/>
                </a:solidFill>
                <a:latin typeface="Arial MT"/>
                <a:cs typeface="Arial MT"/>
              </a:rPr>
              <a:t>cumulative</a:t>
            </a:r>
            <a:r>
              <a:rPr sz="4800" spc="-35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85" dirty="0">
                <a:solidFill>
                  <a:srgbClr val="2E4E2B"/>
                </a:solidFill>
                <a:latin typeface="Arial MT"/>
                <a:cs typeface="Arial MT"/>
              </a:rPr>
              <a:t>revenue </a:t>
            </a:r>
            <a:r>
              <a:rPr sz="4800" spc="455" dirty="0">
                <a:solidFill>
                  <a:srgbClr val="2E4E2B"/>
                </a:solidFill>
                <a:latin typeface="Arial MT"/>
                <a:cs typeface="Arial MT"/>
              </a:rPr>
              <a:t>generated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75" dirty="0">
                <a:solidFill>
                  <a:srgbClr val="2E4E2B"/>
                </a:solidFill>
                <a:latin typeface="Arial MT"/>
                <a:cs typeface="Arial MT"/>
              </a:rPr>
              <a:t>over</a:t>
            </a:r>
            <a:r>
              <a:rPr sz="4800" spc="-35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59" dirty="0">
                <a:solidFill>
                  <a:srgbClr val="2E4E2B"/>
                </a:solidFill>
                <a:latin typeface="Arial MT"/>
                <a:cs typeface="Arial MT"/>
              </a:rPr>
              <a:t>time.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16953" y="1979967"/>
            <a:ext cx="12858749" cy="49910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0334" y="7189514"/>
            <a:ext cx="7429499" cy="2666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85507" y="72173"/>
            <a:ext cx="10711815" cy="186182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 marR="5080" algn="ctr">
              <a:lnSpc>
                <a:spcPct val="76000"/>
              </a:lnSpc>
              <a:spcBef>
                <a:spcPts val="1510"/>
              </a:spcBef>
            </a:pPr>
            <a:r>
              <a:rPr sz="4800" spc="475" dirty="0">
                <a:solidFill>
                  <a:srgbClr val="2E4E2B"/>
                </a:solidFill>
                <a:latin typeface="Arial MT"/>
                <a:cs typeface="Arial MT"/>
              </a:rPr>
              <a:t>Determine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25" dirty="0">
                <a:solidFill>
                  <a:srgbClr val="2E4E2B"/>
                </a:solidFill>
                <a:latin typeface="Arial MT"/>
                <a:cs typeface="Arial MT"/>
              </a:rPr>
              <a:t>the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55" dirty="0">
                <a:solidFill>
                  <a:srgbClr val="2E4E2B"/>
                </a:solidFill>
                <a:latin typeface="Arial MT"/>
                <a:cs typeface="Arial MT"/>
              </a:rPr>
              <a:t>top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45" dirty="0">
                <a:solidFill>
                  <a:srgbClr val="2E4E2B"/>
                </a:solidFill>
                <a:latin typeface="Arial MT"/>
                <a:cs typeface="Arial MT"/>
              </a:rPr>
              <a:t>3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535" dirty="0">
                <a:solidFill>
                  <a:srgbClr val="2E4E2B"/>
                </a:solidFill>
                <a:latin typeface="Arial MT"/>
                <a:cs typeface="Arial MT"/>
              </a:rPr>
              <a:t>most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75" dirty="0">
                <a:solidFill>
                  <a:srgbClr val="2E4E2B"/>
                </a:solidFill>
                <a:latin typeface="Arial MT"/>
                <a:cs typeface="Arial MT"/>
              </a:rPr>
              <a:t>ordered </a:t>
            </a:r>
            <a:r>
              <a:rPr sz="4800" spc="390" dirty="0">
                <a:solidFill>
                  <a:srgbClr val="2E4E2B"/>
                </a:solidFill>
                <a:latin typeface="Arial MT"/>
                <a:cs typeface="Arial MT"/>
              </a:rPr>
              <a:t>pizza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34" dirty="0">
                <a:solidFill>
                  <a:srgbClr val="2E4E2B"/>
                </a:solidFill>
                <a:latin typeface="Arial MT"/>
                <a:cs typeface="Arial MT"/>
              </a:rPr>
              <a:t>types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35" dirty="0">
                <a:solidFill>
                  <a:srgbClr val="2E4E2B"/>
                </a:solidFill>
                <a:latin typeface="Arial MT"/>
                <a:cs typeface="Arial MT"/>
              </a:rPr>
              <a:t>based</a:t>
            </a:r>
            <a:r>
              <a:rPr sz="4800" spc="-37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80" dirty="0">
                <a:solidFill>
                  <a:srgbClr val="2E4E2B"/>
                </a:solidFill>
                <a:latin typeface="Arial MT"/>
                <a:cs typeface="Arial MT"/>
              </a:rPr>
              <a:t>on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95" dirty="0">
                <a:solidFill>
                  <a:srgbClr val="2E4E2B"/>
                </a:solidFill>
                <a:latin typeface="Arial MT"/>
                <a:cs typeface="Arial MT"/>
              </a:rPr>
              <a:t>revenue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660" dirty="0">
                <a:solidFill>
                  <a:srgbClr val="2E4E2B"/>
                </a:solidFill>
                <a:latin typeface="Arial MT"/>
                <a:cs typeface="Arial MT"/>
              </a:rPr>
              <a:t>for </a:t>
            </a:r>
            <a:r>
              <a:rPr sz="4800" spc="310" dirty="0">
                <a:solidFill>
                  <a:srgbClr val="2E4E2B"/>
                </a:solidFill>
                <a:latin typeface="Arial MT"/>
                <a:cs typeface="Arial MT"/>
              </a:rPr>
              <a:t>each</a:t>
            </a:r>
            <a:r>
              <a:rPr sz="4800" spc="-365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390" dirty="0">
                <a:solidFill>
                  <a:srgbClr val="2E4E2B"/>
                </a:solidFill>
                <a:latin typeface="Arial MT"/>
                <a:cs typeface="Arial MT"/>
              </a:rPr>
              <a:t>pizza</a:t>
            </a:r>
            <a:r>
              <a:rPr sz="4800" spc="-360" dirty="0">
                <a:solidFill>
                  <a:srgbClr val="2E4E2B"/>
                </a:solidFill>
                <a:latin typeface="Arial MT"/>
                <a:cs typeface="Arial MT"/>
              </a:rPr>
              <a:t> </a:t>
            </a:r>
            <a:r>
              <a:rPr sz="4800" spc="430" dirty="0">
                <a:solidFill>
                  <a:srgbClr val="2E4E2B"/>
                </a:solidFill>
                <a:latin typeface="Arial MT"/>
                <a:cs typeface="Arial MT"/>
              </a:rPr>
              <a:t>category.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3694" y="2714946"/>
            <a:ext cx="15493365" cy="53206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95"/>
              </a:spcBef>
            </a:pP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As</a:t>
            </a:r>
            <a:r>
              <a:rPr sz="3750" b="1" spc="2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48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we</a:t>
            </a:r>
            <a:r>
              <a:rPr sz="3750" b="1" spc="28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54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wrap</a:t>
            </a:r>
            <a:r>
              <a:rPr sz="3750" b="1" spc="29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up,</a:t>
            </a:r>
            <a:r>
              <a:rPr sz="3750" b="1" spc="28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819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3750" b="1" spc="54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8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want</a:t>
            </a:r>
            <a:r>
              <a:rPr sz="3750" b="1" spc="29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3750" b="1" spc="28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express</a:t>
            </a:r>
            <a:r>
              <a:rPr sz="3750" b="1" spc="29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31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my</a:t>
            </a:r>
            <a:r>
              <a:rPr sz="3750" b="1" spc="28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gratitude</a:t>
            </a:r>
            <a:r>
              <a:rPr sz="3750" b="1" spc="28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3750" b="1" spc="29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your</a:t>
            </a:r>
            <a:r>
              <a:rPr sz="3750" b="1" spc="28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time</a:t>
            </a:r>
            <a:r>
              <a:rPr sz="3750" b="1" spc="29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and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attention.</a:t>
            </a:r>
            <a:r>
              <a:rPr sz="3750" b="1" spc="-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3750" b="1" spc="1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project</a:t>
            </a:r>
            <a:r>
              <a:rPr sz="3750" b="1" spc="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has</a:t>
            </a:r>
            <a:r>
              <a:rPr sz="3750" b="1" spc="1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been</a:t>
            </a:r>
            <a:r>
              <a:rPr sz="3750" b="1" spc="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spc="-40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3750" b="1" spc="1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fascinating</a:t>
            </a:r>
            <a:r>
              <a:rPr sz="3750" b="1" spc="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exploration</a:t>
            </a:r>
            <a:r>
              <a:rPr sz="3750" b="1" spc="1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3750" b="1" spc="-2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of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pizza</a:t>
            </a:r>
            <a:r>
              <a:rPr sz="3750" b="1" spc="-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sales</a:t>
            </a:r>
            <a:r>
              <a:rPr sz="3750" b="1" spc="-7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insights</a:t>
            </a:r>
            <a:r>
              <a:rPr sz="3750" b="1" spc="-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using</a:t>
            </a:r>
            <a:r>
              <a:rPr sz="3750" b="1" spc="-7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SQL.</a:t>
            </a:r>
            <a:endParaRPr sz="3750" dirty="0">
              <a:latin typeface="Tahoma" panose="020B0604030504040204"/>
              <a:cs typeface="Tahoma" panose="020B0604030504040204"/>
            </a:endParaRPr>
          </a:p>
          <a:p>
            <a:pPr marL="12700" marR="5080" algn="just">
              <a:lnSpc>
                <a:spcPts val="5250"/>
              </a:lnSpc>
              <a:spcBef>
                <a:spcPts val="300"/>
              </a:spcBef>
            </a:pPr>
            <a:r>
              <a:rPr sz="3750" b="1" spc="-44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If</a:t>
            </a:r>
            <a:r>
              <a:rPr sz="3750" b="1" spc="16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have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any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questions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would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like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delve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deeper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into</a:t>
            </a:r>
            <a:r>
              <a:rPr sz="3750" b="1" spc="17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the </a:t>
            </a:r>
            <a:r>
              <a:rPr sz="3750" b="1" spc="-2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analysis,</a:t>
            </a:r>
            <a:r>
              <a:rPr sz="3750" b="1" spc="-6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please</a:t>
            </a:r>
            <a:r>
              <a:rPr sz="3750" b="1" spc="-6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don't</a:t>
            </a:r>
            <a:r>
              <a:rPr sz="3750" b="1" spc="-6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3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hesitate</a:t>
            </a:r>
            <a:r>
              <a:rPr sz="3750" b="1" spc="-5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3750" b="1" spc="-6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reach</a:t>
            </a:r>
            <a:r>
              <a:rPr sz="3750" b="1" spc="-6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2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out.</a:t>
            </a:r>
            <a:endParaRPr sz="3750" dirty="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750" dirty="0">
              <a:latin typeface="Tahoma" panose="020B0604030504040204"/>
              <a:cs typeface="Tahoma" panose="020B0604030504040204"/>
            </a:endParaRPr>
          </a:p>
          <a:p>
            <a:pPr marL="12700" algn="just">
              <a:lnSpc>
                <a:spcPct val="100000"/>
              </a:lnSpc>
            </a:pPr>
            <a:r>
              <a:rPr sz="3750" b="1" spc="-3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Thank</a:t>
            </a:r>
            <a:r>
              <a:rPr sz="3750" b="1" spc="-15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1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3750" b="1" spc="-8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6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again</a:t>
            </a:r>
            <a:r>
              <a:rPr sz="3750" b="1" spc="-3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3750" b="1" spc="-3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3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being</a:t>
            </a:r>
            <a:r>
              <a:rPr sz="3750" b="1" spc="-3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40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3750" b="1" spc="13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part</a:t>
            </a:r>
            <a:r>
              <a:rPr sz="3750" b="1" spc="-3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3750" b="1" spc="-3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3750" b="1" spc="-35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750" b="1" spc="-10" dirty="0">
                <a:solidFill>
                  <a:srgbClr val="402D07"/>
                </a:solidFill>
                <a:latin typeface="Tahoma" panose="020B0604030504040204"/>
                <a:cs typeface="Tahoma" panose="020B0604030504040204"/>
              </a:rPr>
              <a:t>journey!</a:t>
            </a:r>
            <a:endParaRPr sz="3750" dirty="0">
              <a:latin typeface="Tahoma" panose="020B0604030504040204"/>
              <a:cs typeface="Tahoma" panose="020B0604030504040204"/>
            </a:endParaRPr>
          </a:p>
          <a:p>
            <a:pPr marL="17145" algn="just">
              <a:lnSpc>
                <a:spcPct val="100000"/>
              </a:lnSpc>
              <a:spcBef>
                <a:spcPts val="20"/>
              </a:spcBef>
            </a:pPr>
            <a:r>
              <a:rPr lang="en-IN" sz="3750" b="1" spc="-240" dirty="0" err="1" smtClean="0">
                <a:solidFill>
                  <a:srgbClr val="3F2C06"/>
                </a:solidFill>
                <a:latin typeface="Arial" panose="020B0604020202020204"/>
                <a:cs typeface="Arial" panose="020B0604020202020204"/>
              </a:rPr>
              <a:t>Shreyaa</a:t>
            </a:r>
            <a:r>
              <a:rPr lang="en-IN" sz="3750" b="1" spc="-240" dirty="0" smtClean="0">
                <a:solidFill>
                  <a:srgbClr val="3F2C06"/>
                </a:solidFill>
                <a:latin typeface="Arial" panose="020B0604020202020204"/>
                <a:cs typeface="Arial" panose="020B0604020202020204"/>
              </a:rPr>
              <a:t>.</a:t>
            </a:r>
            <a:endParaRPr sz="37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WPS Presentation</Application>
  <PresentationFormat>Custom</PresentationFormat>
  <Paragraphs>47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 MT</vt:lpstr>
      <vt:lpstr>Tahoma</vt:lpstr>
      <vt:lpstr>Trebuchet MS</vt:lpstr>
      <vt:lpstr>Arial</vt:lpstr>
      <vt:lpstr>Microsoft YaHei</vt:lpstr>
      <vt:lpstr>Arial Unicode MS</vt:lpstr>
      <vt:lpstr>Calibri</vt:lpstr>
      <vt:lpstr>Office Theme</vt:lpstr>
      <vt:lpstr>PowerPoint 演示文稿</vt:lpstr>
      <vt:lpstr>Hello!</vt:lpstr>
      <vt:lpstr>Mapping Pizza Sales Insights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Peach and Orange Creative Illustrated Abstract Pizza Boxcar Presentation</dc:title>
  <dc:creator>Abhishek Kumar Yadav</dc:creator>
  <cp:keywords>DAGDJ_Prg98,BAFqTitqamw</cp:keywords>
  <cp:lastModifiedBy>SHREYA KHARVI</cp:lastModifiedBy>
  <cp:revision>4</cp:revision>
  <dcterms:created xsi:type="dcterms:W3CDTF">2026-01-05T16:09:00Z</dcterms:created>
  <dcterms:modified xsi:type="dcterms:W3CDTF">2026-01-08T11:12:33Z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2024-04-23T05:30:00Z</vt:filetime>
  </property>
  <property fmtid="{D5CDD505-2E9C-101B-9397-08002B2CF9AE}" pid="3" name="Creator">
    <vt:lpwstr>Canva</vt:lpwstr>
  </property>
  <property fmtid="{D5CDD505-2E9C-101B-9397-08002B2CF9AE}" pid="4" name="LastSaved">
    <vt:filetime>2026-01-05T05:30:00Z</vt:filetime>
  </property>
  <property fmtid="{D5CDD505-2E9C-101B-9397-08002B2CF9AE}" pid="5" name="Producer">
    <vt:lpwstr>3.0.20 (5.1.4) </vt:lpwstr>
  </property>
  <property fmtid="{D5CDD505-2E9C-101B-9397-08002B2CF9AE}" pid="6" name="ICV">
    <vt:lpwstr>0D847EDA06EC48DFA964D26CCF565D26_12</vt:lpwstr>
  </property>
  <property fmtid="{D5CDD505-2E9C-101B-9397-08002B2CF9AE}" pid="7" name="KSOProductBuildVer">
    <vt:lpwstr>1033-12.2.0.23196</vt:lpwstr>
  </property>
</Properties>
</file>